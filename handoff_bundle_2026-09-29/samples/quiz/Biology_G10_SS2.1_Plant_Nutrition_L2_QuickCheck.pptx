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10  |  PLANT NUTRITION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Leaf Structure: The Architecture of a Photosynthetic Machine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2.1: Plant Nutrition   |   Lesson 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978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CC BY-NC 4.0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useful that the cuticle is both waxy and transparent?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lets light in while reducing water loss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traps carbon dioxide inside the leaf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food for the leaf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carries water to the leaf cells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layer is packed tightly with chloroplasts to capture the most light?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epidermis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Palisade mesophyll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Spongy mesophyll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Cuticle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controls how wide a stoma opens?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cuticle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guard cells around 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palisade cells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xylem vessels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tissue carries water from the roots up into the leaf?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Phloem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Xylem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Palisade mesophyll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Epidermis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today’s evidence, why does the sukuma wiki wilt at midday even though the soil is moist?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soil dries out faster in strong sunlight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vapour leaves through open stomata faster than xylem can replace 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roots stop absorbing water when it is hot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Chlorophyll breaks down in direct sunlight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10 - Plant Nutrition - Lesson 2 Quick Check</dc:title>
  <dc:subject>PptxGenJS Presentation</dc:subject>
  <dc:creator>PptxGenJS</dc:creator>
  <cp:lastModifiedBy>PptxGenJS</cp:lastModifiedBy>
  <cp:revision>1</cp:revision>
  <dcterms:created xsi:type="dcterms:W3CDTF">2026-09-29T22:01:06Z</dcterms:created>
  <dcterms:modified xsi:type="dcterms:W3CDTF">2026-09-29T22:01:06Z</dcterms:modified>
</cp:coreProperties>
</file>