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— GRADE 10  |  PRESSURE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48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2: What Is Pressure? Measuring the Invisible Push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1.2: Pressure   |   Lesson 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8978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CC BY-NC 4.0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book and a pencil are pressed onto your palm with the same force. Why does the pencil tip hurt more?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pencil is heavier than the book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force acts on a much smaller area, so the pressure is greater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pencil pushes with a bigger force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book spreads the force over a smaller area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shoe sole covers 150 cm². What is this area in square metres?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m²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 m²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0.015 m²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m²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maize bag on a pallet pushes 225 N onto each leg. Each leg touches the floor over 0.0025 m², so the pressure is 90 000 ____. Which unit completes the answer?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Newtons (N)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Pascals (Pa), which are N/m²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Kilograms (kg)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metres (m²)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rungu tip (2 cm²) and a crutch base (50 cm²) each press down with 150 N. Which statement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exert the same pressure because the force is the same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crutch exerts higher pressure because it is larger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rungu exerts higher pressure because its area is smaller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exerts pressure because they are not moving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which directions does atmospheric pressure push on the jerrycan?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downward, on the top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 the sides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Inward on every surface: top, bottom and all sides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Outward from the inside only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 Grade 10 - Pressure - Lesson 2 Quick Check</dc:title>
  <dc:subject>PptxGenJS Presentation</dc:subject>
  <dc:creator>PptxGenJS</dc:creator>
  <cp:lastModifiedBy>PptxGenJS</cp:lastModifiedBy>
  <cp:revision>1</cp:revision>
  <dcterms:created xsi:type="dcterms:W3CDTF">2026-09-29T22:01:06Z</dcterms:created>
  <dcterms:modified xsi:type="dcterms:W3CDTF">2026-09-29T22:01:06Z</dcterms:modified>
</cp:coreProperties>
</file>