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— GRADE 10  |  ACIDS AND 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Differences Between Acids and Bases Using Commercial Indicators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3.1: Acids and Bases   |   Lesson 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978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CC BY-NC 4.0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these is the most useful observation to record?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changed.”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looked interesting.”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“Blue litmus turned bright red within 5 seconds.”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was probably an acid.”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drops of a liquid turn blue litmus paper red. What does this tell you?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liquid is a base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liquid is an acid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liquid is neutral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litmus paper is faulty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which kind of solution does phenolphthalein turn pink?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acid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neutral solution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solution containing water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liquid turns methyl orange yellow. Can you be sure it is a base?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yellow always means a base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a neutral solution also turns methyl orange yellow, so test with another indicator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but only if the liquid is clear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yellow means the liquid is an acid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liquid from today would you expect to turn methyl orange red?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soap solution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water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Baking soda solution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Vinegar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Chemistry Grade 10 - Acids and Bases - Lesson 4 Quick Check</dc:title>
  <dc:subject>PptxGenJS Presentation</dc:subject>
  <dc:creator>PptxGenJS</dc:creator>
  <cp:lastModifiedBy>PptxGenJS</cp:lastModifiedBy>
  <cp:revision>1</cp:revision>
  <dcterms:created xsi:type="dcterms:W3CDTF">2026-09-29T22:01:06Z</dcterms:created>
  <dcterms:modified xsi:type="dcterms:W3CDTF">2026-09-29T22:01:06Z</dcterms:modified>
</cp:coreProperties>
</file>