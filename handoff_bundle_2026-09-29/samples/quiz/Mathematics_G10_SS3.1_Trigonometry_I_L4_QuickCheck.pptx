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— GRADE 10  |  TRIGONOMETRY 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48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Tangent and the Sine-Cosine-Tangent Relationship: Solving the Mango-Tree Problem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Trigonometry I   |   Lesson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8978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CC BY-NC 4.0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triangle, which ratio equals tan θ?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/ Hypotenuse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/ Hypotenuse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/ Adjacent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 / Opposite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60° = 0.8660 and cos 60° = 0.5000. Use tan θ = sin θ / cos θ to find tan 60°.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0.5774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1.7320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0.4330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1.3660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 makes a 53° angle with the ground and a tree casts a 9.0 m shadow. Relative to the 53° angle, the shadow is the triangle’s …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Opposite side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side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Hypotenuse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depends on how tall the tree is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53° = h / 9.0. Which step correctly finds h?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÷ tan 53°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× tan 53°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tan 53° ÷ 9.0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9.0 + tan 53°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flagpole casts a 10 m shadow when the sun angle is 40°. tan 40° = 0.8391. How tall is the flagpole?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 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004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2004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8.39 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114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148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10.84 m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10698480" cy="731520"/>
          </a:xfrm>
          <a:prstGeom prst="roundRect">
            <a:avLst>
              <a:gd name="adj" fmla="val 10000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29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11.92 m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Mathematics Grade 10 - Trigonometry I - Lesson 4 Quick Check</dc:title>
  <dc:subject>PptxGenJS Presentation</dc:subject>
  <dc:creator>PptxGenJS</dc:creator>
  <cp:lastModifiedBy>PptxGenJS</cp:lastModifiedBy>
  <cp:revision>1</cp:revision>
  <dcterms:created xsi:type="dcterms:W3CDTF">2026-09-29T22:01:06Z</dcterms:created>
  <dcterms:modified xsi:type="dcterms:W3CDTF">2026-09-29T22:01:06Z</dcterms:modified>
</cp:coreProperties>
</file>