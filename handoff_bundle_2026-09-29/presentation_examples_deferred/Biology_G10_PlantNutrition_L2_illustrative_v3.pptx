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://ares.local:8069/en/learn/#/topics/c/575d9910e4795a7bb5ac0c88e21ed931" TargetMode="External"/><Relationship Id="rId2" Type="http://schemas.openxmlformats.org/officeDocument/2006/relationships/hyperlink" Target="http://ares.local:8069/en/learn/#/topics/c/97c6c5242e6e5f84aedcd5980d573c83" TargetMode="External"/><Relationship Id="rId3" Type="http://schemas.openxmlformats.org/officeDocument/2006/relationships/hyperlink" Target="http://ares.local/www2/search.php?searchstring=leaf+structure%2C+dicot+leaf+cross-section%2C+epidermis%2C+cuticle%2C+palisade+mesophyll%2C+spongy+mesophyll%2C+stomata%2C+guard+cells%2C+vascular+bundle%2C+xylem%2C+phloem%2C+transpiration%2C+turgor+pressure%2C+photosynthesis%2C+wilting%2C+sukuma+wiki%2C+plant+nutrition%2C+gas+exchange%2C+chloroplast%2C+adaptation%2C+microscopy%2C+Biology+Grade+10%2C+Kenya+CBC%2C+Sub-Strand+2.1&amp;sources[]=kha&amp;sources[]=kicd&amp;sources[]=khak&amp;sources[]=wiki&amp;sources[]=wikig&amp;sources[]=wikih&amp;sources[]=wikiSp&amp;sources[]=wikiq&amp;sources[]=wikic&amp;sources[]=wikip&amp;sources[]=wikia&amp;sources[]=wikim&amp;sources[]=ted&amp;sources[]=ted11&amp;sources[]=tedin&amp;sources[]=g4st&amp;sources[]=g4e&amp;sources[]=g5st&amp;sources[]=g5e&amp;sources[]=dlc&amp;sources[]=bg&amp;sources[]=te&amp;sources[]=phet&amp;sources[]=mg&amp;sources[]=gdl&amp;sources[]=ck12&amp;sources[]=tess&amp;sources[]=uk&amp;sources[]=kol&amp;sources[]=edu&amp;sources[]=sea&amp;sources[]=bound&amp;sources[]=cbc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10  |  PLANT NUTRITION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Structure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of a photosynthetic machine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find the first real evidence for why our sukuma wiki wilts.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Plant Nutrition   |   Lesson 2   |   80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LOOK INSIDE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actually inside a leaf?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fresh mango or bean leaf and a hand lens. Look at both surfaces. Feel them.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cutting it, sketch what you think a cross-section (a slice through the middle) would look like.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any layers you think are there, and write one sentence on why you think they are there.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your partner: one similarity, one difference. We come back to your sketch at the end.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OUTER LAYERS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leaf must let light in — without drying out.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38528"/>
            <a:ext cx="23774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Cuticle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38528"/>
            <a:ext cx="77724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waxy, transparent, waterproof layer on the outer surface. Light passes through it, but it slows water loss from the leaf.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01568"/>
            <a:ext cx="23774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Epidermis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01568"/>
            <a:ext cx="77724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layer of tightly packed, transparent cells under the cuticle. It protects the leaf. It has almost no chloroplasts, so light passes straight through to the cells below.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with your hand lens, find the shinier side of the leaf. That is the upper surface — thicker cuticle, facing the sun.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useful that the cuticle is both waxy and transparent?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light in while reducing water loss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traps carbon dioxide inside the leaf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food for the leaf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water to the leaf cells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WORK HAPPENS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 of cells, two different jobs.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D9F0D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Palisade mesophyll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 cells packed tightly just under the upper epidermis, full of chloroplasts. Most photosynthesis happens here: tight packing puts the most chloroplasts where the light is strongest.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CE4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Spongy mesophyll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Loosely packed, irregular cells with large air spaces between them. The air spaces let carbon dioxide and oxygen move easily to and from every cell.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Microscope (100×): sketch one palisade cell and one spongy cell. Which has more green chloroplasts?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layer is packed tightly with chloroplasts to capture the most light?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epidermis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Palisade mesophyll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Spongy mesophyll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Cuticle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STRUCTURE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Stomata: tiny pores that do two jobs at once.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EAD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Stomata are tiny pores, found mostly in the lower epidermis. Look for them under the microscope.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stoma sits between two guard cells, which control how wide the pore opens.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stoma is open, carbon dioxide enters for photosynthesis and oxygen leaves.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an open pore works both ways: water vapour also escapes through it. This water loss is called transpiration.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controls how wide a stoma opens?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cuticle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guard cells around it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palisade cells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xylem vessels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PLUMBING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bundles: the leaf’s delivery pipes.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Xylem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water (and dissolved minerals) up from the roots into the leaf, where every cell needs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CE4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Phloem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the food made in the leaf (sugars) away to the rest of the plant.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veins you can see on the leaf are vascular bundles. Find one in your cross-section.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tissue carries water from the roots up into the leaf?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Phloem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Xylem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Palisade mesophyll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Epidermis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why does the sukuma wiki wilt at midday?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Xylem keeps delivering water from the roots to the leaf cells.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 bright midday light, stomata open wide for gas exchange, so water vapour escapes faster.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When water leaves faster than xylem can replace it, the cells lose water and go soft — the leaf wilts.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At night stomata close, water loss slows, the xylem catches up, and the plant recovers by morning.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Jigsaw: your group explains ONE structure in 60 seconds — what it looks like, what it does, and how it links to wilting.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today’s evidence, why does the sukuma wiki wilt at midday even though the soil is moist?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soil dries out faster in strong sunlight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vapour leaves through open stomata faster than xylem can replace it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roots stop absorbing water when it is hot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Chlorophyll breaks down in direct sunlight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dqb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FINISH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your model. Add one new question.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YOUR 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leaf cross-section to your Lesson 1 model: cuticle, epidermis, palisade, spongy mesophyll, stoma with guard cells, and a vascular bundle. Draw arrows for light in, water up the xylem, and water vapour out of the stoma. Finish: “My model still cannot explain ___” and circle it in red.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FF6D9"/>
          </a:solidFill>
          <a:ln w="12700">
            <a:solidFill>
              <a:srgbClr val="E8D6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QUESTION BOARD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note: one NEW question today raised (e.g. What makes guard cells open or close?).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note: one question from Lesson 1 you can now partly answer — write the partial answer.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FOR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ARES offline library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3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928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Me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TED-Ed • Unclear match: this generic title appears in 20 lessons across the corpus. Preview before using.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1868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Seasonal Changes in Plants: Leaf Pigment (PLIX)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CK-12 • Partial match: about leaf pigments, not leaf structure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720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544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ARES: leaf structure, stomata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option for this lesson until the link fix lands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open only on the school network (ares.local). Click to open during the lesson.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QUICK CHECKS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 asked during class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069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is the cuticle both waxy and transparent?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layer is packed with chloroplasts to capture the most light?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controls how wide a stoma opens?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Which tissue carries water up into the leaf?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does the sukuma wiki wilt at midday even though the soil is moist?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title(subjectLine, lessonTitle, subtitle, hook, footer) {
    const s = base(C.darkBlue);
    s.addText(subjectLine, { x: 0.8, y: 1.8, w: 11.7, h: 0.5, fontFace: FONT, fontSize: 16, color: "AFC8E8", bold: true, charSpacing: 2, isTextBox: true, margin: 0 });
    s.addText(lessonTitle, { x: 0.8, y: 2.35, w: 11.7, h: 1.0, fontFace: FONT, fontSize: 38, color: C.white, bold: true, isTextBox: true, margin: 0 });
    s.addText(subtitle, { x: 0.8, y: 3.35, w: 11.7, h: 0.6, fontFace: FONT, fontSize: 22, color: C.lightTeal, isTextBox: true, margin: 0 });
    s.addText(hook, { x: 0.8, y: 4.05, w: 11.7, h: 0.6, fontFace: FONT, fontSize: 15, italic: true, color: "AFC8E8", isTextBox: true, margin: 0 });
    s.addText(footer, { x: 0.8, y: 6.6, w: 11.7, h: 0.4, fontFace: FONT, fontSize: 13, color: "AFC8E8", isTextBox: true, margin: 0 });
    return s;
  }</dc:title>
  <dc:subject>PptxGenJS Presentation</dc:subject>
  <dc:creator>PptxGenJS</dc:creator>
  <cp:lastModifiedBy>PptxGenJS</cp:lastModifiedBy>
  <cp:revision>1</cp:revision>
  <dcterms:created xsi:type="dcterms:W3CDTF">2026-09-29T18:26:31Z</dcterms:created>
  <dcterms:modified xsi:type="dcterms:W3CDTF">2026-09-29T18:26:31Z</dcterms:modified>
</cp:coreProperties>
</file>