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://ares.local:8069/en/learn/#/topics/c/256f0d7e60755f909c01bf38f269c26f" TargetMode="External"/><Relationship Id="rId2" Type="http://schemas.openxmlformats.org/officeDocument/2006/relationships/hyperlink" Target="http://ares.local:8069/en/learn/#/topics/c/093b37fb285c5816b4fbb6b320b33b0c" TargetMode="External"/><Relationship Id="rId3" Type="http://schemas.openxmlformats.org/officeDocument/2006/relationships/hyperlink" Target="http://ares.local/www2/search.php?searchstring=pressure%2C+force+per+unit+area%2C+Pascals%2C+atmospheric+pressure%2C+P%3DF%2FA%2C+contact+area%2C+shoe+lab%2C+jerrycan%2C+force+diagram%2C+pressure+balance%2C+unit+conversion%2C+bar+chart%2C+Driving+Question+Board%2C+model+revision%2C+Kenya+Grade+10+Physics&amp;sources[]=kha&amp;sources[]=kicd&amp;sources[]=khak&amp;sources[]=wiki&amp;sources[]=wikig&amp;sources[]=wikih&amp;sources[]=wikiSp&amp;sources[]=wikiq&amp;sources[]=wikic&amp;sources[]=wikip&amp;sources[]=wikia&amp;sources[]=wikim&amp;sources[]=ted&amp;sources[]=ted11&amp;sources[]=tedin&amp;sources[]=g4st&amp;sources[]=g4e&amp;sources[]=g5st&amp;sources[]=g5e&amp;sources[]=dlc&amp;sources[]=bg&amp;sources[]=te&amp;sources[]=phet&amp;sources[]=mg&amp;sources[]=gdl&amp;sources[]=ck12&amp;sources[]=tess&amp;sources[]=uk&amp;sources[]=kol&amp;sources[]=edu&amp;sources[]=sea&amp;sources[]=bound&amp;sources[]=cb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— GRADE 10  |  PRESSURE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Pressure?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the invisible push: force per unit area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get our first tool for explaining the crushed jerrycan.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Pressure   |   Lesson 2   |   80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AT THE JERRYCAN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pushed hard enough to crush it.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crushed jerrycan from last lesson. List every force you think is acting on it right now, and show its direction with an arrow.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you think the outside of the jerrycan “won” against the plastic?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silently for 1 minute, then compare with your partner.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your arrows now. We will check them at the end of the lesson.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force. Same mass. Will they feel the same?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textbook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Pressed onto your palm with a firm push.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CE4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sharpened pencil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mass as the book, pressed onto your palm with exactly the same push.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2-sentence prediction before your teacher demonstrates. Which will feel like more of a “push”, and why?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is force spread over an area.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 =  Force ÷ Area          P = F / 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(F) is measured in newtons (N). Area (A) is measured in square metres (m²).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is measured in pascals (Pa).  1 Pa = 1 N/m²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pencil hurts more because the same force is squeezed onto a tiny area, so the pressure is much bigger.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 and a pencil are pressed onto your palm with the same force. Why does the pencil tip hurt more?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pencil is heavier than the book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force acts on a much smaller area, so the pressure is greater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pencil pushes with a bigger force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 spreads the force over a smaller area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INVESTIGATION: PRESSURE UNDER YOUR SHOE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pressure do you put on the floor?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38528"/>
            <a:ext cx="1280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938528"/>
            <a:ext cx="8869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on the bathroom scale. Record your mass in kg. Convert to weight in newtons: W = m × 10  (g = 10 N/kg).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90088"/>
            <a:ext cx="1280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990088"/>
            <a:ext cx="8869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on graph paper with ONE shoe. Your partner traces around the sole.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D9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041648"/>
            <a:ext cx="1280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041648"/>
            <a:ext cx="8869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1 cm² squares inside the outline. Count a part-square only if more than half of it is inside.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93208"/>
            <a:ext cx="1280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5093208"/>
            <a:ext cx="8869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on one foot = half your weight. Convert area: cm² ÷ 10 000 = m². Then P = F / A.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your shoe type, area, force and pressure. Post them on the class data wall.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60 kg student in school shoes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Weight = 60 kg × 10 N/kg = 600 N.   One foot carries half: F = 300 N.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Sole outline = 200 squares = 200 cm².   A = 200 ÷ 10 000 = 0.02 m².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 = F / A = 300 N ÷ 0.02 m² = 15 000 Pa.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mistake: forgetting to change cm² into m² before dividing. Check yours!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shoe sole covers 150 cm². What is this area in square metres?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m²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m²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0.015 m²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m²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CLASS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shoes press hardest on the floor?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D9F0D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contact area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sandals and sports trainers spread your weight over a big area → lower pressure.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CE4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contact area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Heels and narrow soles put your weight on a small area → higher pressure. That is why a heel can dent a soft floor.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person, different shoes: the force stays the same, only the area changes.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IT: ELDORET WAREHOUSE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 kg maize bag sits on a pallet with 4 legs.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Weight of bag = 90 kg × 10 N/kg = 900 N, shared by 4 legs → 225 N per leg.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leg base = 25 cm² = 25 ÷ 10 000 = 0.0025 m².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Pressure under each leg = 225 N ÷ 0.0025 m² = 90 000 Pa.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pressure under each pallet leg is 90 000 ____. Which unit completes the answer?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Newtons (N)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Pascals (Pa), which are N/m²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Kilograms (kg)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metres (m²)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(GROUPS OF 3)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150 N push. Which is safer on a soft floor?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rungu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Maasai elder leans on a rungu. The handle tip touches the floor over just 2 cm².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CE4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crutch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at Kenyatta National Hospital leans on a crutch with a flat base of 50 cm².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both pressures on your mini-whiteboard. Then explain which is safer, and why.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rungu tip (2 cm²) and a crutch base (50 cm²) each press down with 150 N. Which statement is correct?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exert the same pressure because the force is the same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crutch exerts higher pressure because it is larger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rungu exerts higher pressure because its area is smaller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exerts pressure because they are not moving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JERRYCAN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pushes on every surface, from every direction.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AD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 above us has weight. That weight presses on every surface it touches: this is atmospheric pressure.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pushes on ALL faces of the jerrycan — top, bottom and all four sides — always pointing inward.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inside the jerrycan pushes outward. While the two pushes balance, the jerrycan keeps its shape.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lesson we find out how big atmospheric pressure really is, and what happened when the balance broke.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which directions does atmospheric pressure push on the jerrycan?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downward, on the top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the sides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Inward on every surface: top, bottom and all sides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 from the inside only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dqb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FINISH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model. Add one new question.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Redraw your jerrycan. Add arrows on ALL six faces pointing inward (air outside), and arrows pointing outward from inside. Finish the sentence: “The full jerrycan did not collapse because ___.” Circle what changed since Lesson 1 in green.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FF6D9"/>
          </a:solidFill>
          <a:ln w="12700">
            <a:solidFill>
              <a:srgbClr val="E8D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QUESTION BOARD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note: What do I now THINK is crushing the jerrycan? Use the words pressure, force and area.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note: What am I still WONDERING? For example: how strong is atmospheric pressure? Does water push the same way?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FOR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ARES offline library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928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Pressure and Pascal's principle (part 2)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Academy • Good match for force, area and pressure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1868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Pressure versus Temperature (PLIX)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CK-12 • Weak match: about gas pressure and temperature, not P = F/A. Review before using.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544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ARES: pressure, force, unit area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an ARES search for related videos and notes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open only on the school network (ares.local). Click to open during the lesson.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QUICK CHECKS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 asked during class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does the pencil tip hurt more than the book?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Convert 150 cm² to m².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pressure under each pallet leg is 90 000 ____. Which unit?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Rungu (2 cm²) vs crutch (50 cm²), both 150 N: which is correct?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 which directions does atmospheric pressure push on the jerrycan?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title(subjectLine, lessonTitle, subtitle, hook, footer) {
    const s = base(C.darkBlue);
    s.addText(subjectLine, { x: 0.8, y: 1.8, w: 11.7, h: 0.5, fontFace: FONT, fontSize: 16, color: "AFC8E8", bold: true, charSpacing: 2, isTextBox: true, margin: 0 });
    s.addText(lessonTitle, { x: 0.8, y: 2.35, w: 11.7, h: 1.0, fontFace: FONT, fontSize: 38, color: C.white, bold: true, isTextBox: true, margin: 0 });
    s.addText(subtitle, { x: 0.8, y: 3.35, w: 11.7, h: 0.6, fontFace: FONT, fontSize: 22, color: C.lightTeal, isTextBox: true, margin: 0 });
    s.addText(hook, { x: 0.8, y: 4.05, w: 11.7, h: 0.6, fontFace: FONT, fontSize: 15, italic: true, color: "AFC8E8", isTextBox: true, margin: 0 });
    s.addText(footer, { x: 0.8, y: 6.6, w: 11.7, h: 0.4, fontFace: FONT, fontSize: 13, color: "AFC8E8", isTextBox: true, margin: 0 });
    return s;
  }</dc:title>
  <dc:subject>PptxGenJS Presentation</dc:subject>
  <dc:creator>PptxGenJS</dc:creator>
  <cp:lastModifiedBy>PptxGenJS</cp:lastModifiedBy>
  <cp:revision>1</cp:revision>
  <dcterms:created xsi:type="dcterms:W3CDTF">2026-09-29T18:26:31Z</dcterms:created>
  <dcterms:modified xsi:type="dcterms:W3CDTF">2026-09-29T18:26:31Z</dcterms:modified>
</cp:coreProperties>
</file>