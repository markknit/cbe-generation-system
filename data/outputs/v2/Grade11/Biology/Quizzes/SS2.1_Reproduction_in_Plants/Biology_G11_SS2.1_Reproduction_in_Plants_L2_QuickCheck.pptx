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Flower Detectives: Classifying Flowers by Ovary Position, Symmetry, Inflorescence and Sex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 Hibiscus flower lengthwise and sees that the ovary sits above the point where the petals attach. How is this ovary described?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Zygomorphic ovary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Unisexual ovary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Superior ovary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Inferior ovary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 flower in two along several different lines and gets two equal halves every time. What type of symmetry does the flower have?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Unisexual, because the halves are equal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Inferior, because the halves are the same size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Zygomorphic, because it can be cut in more than one way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Actinomorphic, because more than one line gives equal halves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Bougainvillea branch has small flowers surrounded by showy, colourful parts that look like petals. What are the showy, colourful parts?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Bracts, and the real flowers are the small ones inside them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Stamens, which are brightly coloured to attract insects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Ovaries, which grow outside the flower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Petals, and the small flowers are extra sepals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maize plant has a tassel at the top and a cob with silks lower down. Which statement about the flowers of maize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tassel carries female flowers and the silks belong to male flowers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maize flower is bisexual, with stamens and carpels together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Male and female flowers are on different maize plants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tassel carries male flowers and the silks belong to female flowers, both on the same plant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Kisumu has one pawpaw tree that is covered in flowers every season but never gives fruit. Which explanation is best supported by what we know about flowers?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 forms from petals, and the tree has too few petals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 develops from a fertilised ovary, so if the flowers on the tree lack stamens or carpels, pollen or ovules must come from another tree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flowers with an inferior ovary can make fruit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flowers always means many fruits, so the tree must be sick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across the ovary of a flower and sees small chambers with tiny round structures attached inside. What is the way these ovules are attached inside the ovary called?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Inflorescence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Placentation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Pollination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adds an arrow to its model of a flower to show how pollen must move before fruit can form. Which arrow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anther of the stamen to the stigma of the carpel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stigma to the anther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ovary to the filament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petal to the ovary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2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