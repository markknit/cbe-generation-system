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Variation or Copies? Debating the Trade-offs of Sexual and Asexual Reproduction in Kenyan Crops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fungal disease reaches two farms near Kakamega. Farm A has cassava grown from cuttings taken from one parent plant. Farm B has maize grown from seeds collected from many different plants. What is the most likely result?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 is likely to be badly affected because all its plants are identical, while on Farm B some plants may survive because they differ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 is safe because plants grown from cuttings are stronger than plants grown from seeds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farms are affected in the same way because a disease attacks every plant equally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B loses every plant because seed-grown plants are always weaker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Kisii, banana suckers were taken from one infected plant and planted across a shamba. Banana wilt then spread through almost the whole shamba. Why did it spread so easily?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Bananas must be cross-pollinated, and the pollinators carried the disease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Suckers are genetically identical to the parent, so all the plants are equally susceptible to the disease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suckers grew from seeds that carried the disease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Suckers show a lot of variation, so the disease could change to attack each plant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a drought in a field in Machakos, some seed-grown maize plants survived while many others died. What best explains why some plants survived?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maize plants were identical, so the survivors were just lucky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reproduces asexually, so the survivors were clones of a drought-resistant parent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Sexual reproduction produced seeds with different gene combinations, so some plants could tolerate drought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drought changed the genes of every plant so that they could survive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Busia has one cassava plant with a high yield and a sweet taste. Why is it a good choice to plant cuttings from this plant?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cuttings will give new varieties with different tastes, so the farmer can choose the best one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cuttings need another cassava variety nearby for pollination before they can grow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cuttings will be resistant to every disease because they come from a healthy plant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cuttings quickly and cheaply give many plants that are identical to the parent, with the same high yield and 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avocado tree in a compound is covered in flowers every season but never sets fruit. No other avocado tree grows nearby.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Flowers cannot form fruit unless the plant is grown from seed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has too many flowers and uses up all its energy before fruits can 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 and seeds need pollination and fertilisation, and the avocado often needs pollen from another tree, which is not available here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Avocado reproduces only by cuttings, so flowers cannot make fruit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class debate on the motion 'A Kenyan farmer should plant only cuttings, never seeds', which is the strongest point for the side that opposes the motion?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Seeds give variation, so some plants may survive a disease or drought, and seeds can also spread to new areas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always need a partner plant for pollination, but seeds do not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Seeds give plants that are identical to the parent, so the farmer keeps the same yield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are slower than seeds, so farmers lose time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is the best conclusion about sexual and asexual reproduction in plants?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is better in all conditions: asexual gives fast identical copies, sexual gives variation, and the best choice depends on the crop and the environment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give identical offspring, so the choice does not matter to the farmer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Sexual reproduction is always better because it gives variation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Asexual reproduction is always better because it is faster and needs no partner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6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