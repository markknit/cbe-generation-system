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8: Final Explanation: Why Cassava Cuttings Grow Without Seeds but a Lone Pawpaw Needs a Partner Tree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Reproduction in Plants   |   Lesson 8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lone avocado tree in a Nairobi compound is covered in flowers but sets no fruit. A second avocado tree is planted 10 m away. Which outcome is most likely once both trees flower?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second tree gives the first tree extra water, so its flowers will make fruit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tree will start making fruit from its flowers by mitosis alone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trees join their roots, so no pollen is needed to make fruit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Pollen can be carried between the two trees, so cross-pollination and fertilisation can happen and fruit can form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Kisumu plants a cassava stem cutting. It grows roots and shoots without any flower or pollen. Which statement explains this correctly?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 needs pollen from another cassava plant before it can grow roots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 is a type of seed, so it grows like a seed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 in the stem divide by meiosis, so the new plant is different from the parent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 in the stem divide by mitosis to form roots and shoots, so the new plant is a clone of the parent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of these is a feature that hinders self-pollination in flowering plants?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Anthers and stigma of the same flower ripen at the same time and touch each other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flower produces a lot of nectar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flower has a large ovary with many ovules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stigma of a hibiscus flower matures at a different time from its anthers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double fertilisation in a flowering plant such as maize, what happens to the two sperm nuclei from the pollen tube?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sperm nucleus forms the seed coat, and the other forms the fruit wall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sperm nucleus fuses with the egg cell to form the zygote, and the other fuses with the polar nuclei to form the endosperm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sperm nuclei fuse with the polar nuclei to form the endosperm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sperm nuclei fuse with the egg cell to form two zygotes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cuts open a tomato fruit and finds small seeds inside. Which statement about how the fruit and seeds formed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petals became the fruit and the anthers became the seeds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ovule became the fruit and the ovary became the seeds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flower became the fruit and the seeds came from the stigma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ovary became the fruit and the ovules became the seeds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looks at a pawpaw flower and sees pollen grains on the stigma. Which conclusion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pollination nor fertilisation can happen without a second tree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Pollination and fertilisation mean the same thing, so the fruit will form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Pollination has happened, but fertilisation has not necessarily happened yet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Fertilisation has definitely happened, because pollen is on the stigma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sugarcane farmer in Mumias plants setts (stem pieces) instead of seeds. What is an advantage and a disadvantage of this method?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Advantage: it needs double fertilisation. Disadvantage: it makes fewer plants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Advantage: the crop grows fast and is uniform. Disadvantage: the plants are clones, so a disease can spread to all of them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Advantage: it needs pollen from another farm. Disadvantage: it makes the plants different from each other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Advantage: it creates a lot of genetic variation. Disadvantage: it needs pollinators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Plants - Lesson 8 Quick Check</dc:title>
  <dc:subject>PptxGenJS Presentation</dc:subject>
  <dc:creator>PptxGenJS</dc:creator>
  <cp:lastModifiedBy>PptxGenJS</cp:lastModifiedBy>
  <cp:revision>1</cp:revision>
  <dcterms:created xsi:type="dcterms:W3CDTF">2026-10-01T19:58:45Z</dcterms:created>
  <dcterms:modified xsi:type="dcterms:W3CDTF">2026-10-01T19:58:45Z</dcterms:modified>
</cp:coreProperties>
</file>