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5: Inside the Fruit: Placentation as Evidence of Post-Fertilisation Development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2.1: Reproduction in Plants   |   Lesson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a flower has been fertilised, which part of the flower becomes the fruit and which part becomes the seed?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ovule becomes the fruit and the ovary becomes the seed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ovary becomes the fruit and the ovule becomes the seed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ovary becomes the seed and the stigma becomes the fruit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petals become the fruit and the ovule becomes the seed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placentation in a fruit?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way a fruit changes colour and softens as it ripens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way pollen lands on the stigma of a flower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of seeds that a fruit can produce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way ovules or seeds are attached to the placenta inside the ovary or fruit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cuts a tomato across (transverse section). She sees 2 to 3 chambers, and the seeds are attached to a central column where the walls between the chambers meet. Which type of placentation does the tomato show?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Free-central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Parietal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Marginal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passion fruit is cut across. It has one single chamber and the seeds are attached to the inner wall of the fruit. Which type of placentation is this?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Axile, because the seeds are attached to a central axis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Marginal, because the seeds are attached along one seam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Free-central, because there is a column in the middle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Parietal, because the seeds are attached to the wall of a single chamber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lone pawpaw tree in a compound is covered in flowers but bears no fruit, and there is no other pawpaw tree nearby. Which explanation is best?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ovules turned into fruit without the ovary, so no seeds could form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petals normally become the fruit, and they fell off the tree too early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flowers were not pollinated and fertilised, so the ovules did not become seeds and the ovary did not become a fruit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 has the wrong placentation, so the flowers cannot produce fruit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says, "A bean pod is not a fruit because it is dry and not sweet like a mango." Which response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learner is wrong, because a bean pod is a seed that has grown larger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learner is wrong, because the bean pod is a dry fruit: it is the developed ovary and it contains the seeds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learner is right, because the pod is a leaf that protects the seeds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learner is right, because only sweet and juicy structures are fruits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plants a piece of cassava stem and it grows into a new plant. Which statement correctly describes how this new plant formed?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formed after the cutting was pollinated by pollen from another cassava plant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formed because the cutting first made seeds inside a fruit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formed without flowers, fertilisation or seeds, because the cutting grows directly into a new plant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formed after double fertilisation inside the cutting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Plants - Lesson 5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