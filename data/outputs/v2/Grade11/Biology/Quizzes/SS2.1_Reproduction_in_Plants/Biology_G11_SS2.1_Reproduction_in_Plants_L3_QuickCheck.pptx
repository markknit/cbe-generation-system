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REPRODUCTION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Why Can a Lone Pawpaw Tree Flower Heavily but Never Set Fruit? Adaptations That Prevent Self-Pollination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2.1: Reproduction in Plants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pawpaw tree stands alone in a compound in Kisumu. It has hundreds of flowers every season but never sets a single fruit. Which explanation is best supported by what we know about pawpaw?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Pawpaw trees are usually either male or female, so a lone tree may have no partner tree to supply pollen or ovules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Pawpaw flowers always pollinate themselves, so the tree must be sick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Pawpaw trees only produce fruit when grown from cuttings, not from seed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tree has too many flowers, so none can develop into fruit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maize plant, the tassels shed their pollen before the silks on the same plant have emerged and are ready to receive pollen. What is this timing adaptation called?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Dioecy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Protandry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Protogyny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Heterostyly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'pin' flower has a long style and short stamens. A 'thrum' flower has a short style and long stamens. How does this arrangement (heterostyly) promote cross-pollination?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stigma of each flower chemically rejects its own pollen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anthers and stigma are at different heights, so an insect carries pollen from a flower of one type to the stigma of the other type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pollen is shed before the stigma is ready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flowers are on separate trees, so pollen must travel between trees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has separate male flowers (tassels) and female flowers (cobs with silks) on the same plant. Does this arrangement completely prevent self-pollination?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because each maize plant is either male or female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because male and female flowers can never meet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No, because maize flowers have both male and female parts in the same flower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No, pollen from the tassel can still land on silks of the same plant, so self-pollination is only reduced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passion fruit flower has mature pollen and a receptive stigma. Pollen from the same flower lands on its stigma, but the pollen does not germinate and is rejected. Which adaptation is this?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Protandry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Self-incompatibility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Dioecy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Heterostyly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Kisii plants cassava cuttings and gets new plants without any flowers or partner plants. Why do cassava cuttings not need a partner?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Cassava cuttings produce pollen that fertilises its own ovules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Cassava trees are male or female, so cuttings take the correct sex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Cassava has self-incompatibility, so it avoids partners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Growing from cuttings is asexual reproduction, so there is no pollination and the new plant is identical to the parent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best explains why many flowering plants have adaptations that promote cross-pollination?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Flowers that self-pollinate are weak and always die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Self-pollination never produces seeds in any plant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Cross-pollination mixes the genes of two parents, giving varied offspring that may resist disease better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Cross-pollination produces offspring that are exact copies of the parent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today's work, a class says they can now explain why a lone tree full of flowers bears no fruit. Which new question follows most logically from their evidence?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a lone tree have flowers but no fruit?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can a cassava cutting grow into a whole plant without a partner?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inside the flower after compatible pollen lands on a receptive stigma?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are maize tassels and silks on the same plant?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9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has one female pawpaw tree. It flowers well but gives no fruit. What should the farmer do to get fruit?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Spray the tree with water so the stigmas can reject their own pollen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cuttings from the female tree and plant them next to it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off half of the flowers so the rest can pollinate themselves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 a male pawpaw tree nearby so pollen can be carried to the female flowers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Reproduction in Plants - Lesson 3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