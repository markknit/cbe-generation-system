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TAXONOMY I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1: Introduction to Taxonomy and Classification: Why Do Our Groupings Differ?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1.1: Taxonomy I   |   Lesson 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farmer in Kericho, a fisher at Lake Victoria and a student in Nairobi each sort the same eight organisms: goat, chicken, maize plant, mushroom, algae, bacteria, bean plant and mosquito. Which prediction is most reasonable?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student in Nairobi can make correct groups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may make different groups, because each person may choose a different rule such as habitat, use or size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must make the same groups, because the organisms are the same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cannot make any groups, because the organisms are too different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group sorts the organisms with the rule: 'Can move from place to place on its own.' Which set contains only organisms that clearly fit this rule?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Goat, maize plant, mushroom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Mushroom, algae, bean plant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Goat, chicken, mosquito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Chicken, bean plant, mosquito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card-sorting activity, Group A put the mushroom with the plants and Group C put the mushroom in a different group. Both groups wrote a clear rule. What does this show?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mushroom cannot be classified at all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organism can be placed in different groups when groups use different rules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 C cheated, because the mushroom can only go with plants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groups must have misread the cards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is called 'mahindi' in Kiswahili, and it has different names in Kikuyu, Luo and English. What problem can this cause?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using different names may not be sure they are talking about the same organism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Kiswahili name is allowed in science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 do not matter because everyone already uses the same groups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Maize will grow differently in each community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group sorted the eight organisms by usefulness: food, pests and disease-causing. Another learner says, 'That group is wrong.' Which response fits what the class found?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is wrong, because organisms cannot be both useful and harmful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only habitat can be used to sort organisms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group is not wrong, because it followed a clear rule, but its rule is only one of many possible rules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learner is right, because usefulness is not a real feature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describes what 'classification' means, as used in this lesson?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most useful organism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Grouping organisms using chosen criteria (rules)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Collecting organisms from the environment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every organism a new name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the end of Lesson 1, learners draw an initial model with a 'what we need' box. Which idea best fits what a shared system for classifying organisms should provide?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people in Nairobi decide the groups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organisms that are useful for food are included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community keeps its own names and rules, and nobody changes them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names and rules that people everywhere can use to identify and study organisms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Taxonomy I - Lesson 1 Quick Check</dc:title>
  <dc:subject>PptxGenJS Presentation</dc:subject>
  <dc:creator>PptxGenJS</dc:creator>
  <cp:lastModifiedBy>PptxGenJS</cp:lastModifiedBy>
  <cp:revision>1</cp:revision>
  <dcterms:created xsi:type="dcterms:W3CDTF">2026-10-01T20:16:54Z</dcterms:created>
  <dcterms:modified xsi:type="dcterms:W3CDTF">2026-10-01T20:16:54Z</dcterms:modified>
</cp:coreProperties>
</file>