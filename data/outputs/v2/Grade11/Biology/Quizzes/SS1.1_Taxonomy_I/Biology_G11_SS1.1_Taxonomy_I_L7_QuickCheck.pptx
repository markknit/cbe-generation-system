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TAXONOMY I</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7: Five Kingdoms of Living Organisms</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1.1: Taxonomy I   |   Lesson 7</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Groups once sorted a goat, chicken, maize, mushroom, algae, bacteria, bean plant and mosquito by colour, habitat and usefulness, and every group was right by its own rules. Which basis for grouping can be checked by anyone, in any country, and give the same result?</a:t>
            </a:r>
            <a:endParaRPr lang="en-US" sz="16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colour and size of the organism</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How useful or harmful the organism is to people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Cell type and how the organism gets its food</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What the organism is called in Kikuyu, Luo or Kiswahili</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Learners studying bacteria and the fermented milk maziwa lala record the cell type on their Kingdom Data Card. Which kingdom is made of prokaryotic cells?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Plantae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Monera</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Protoctista</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Fungi</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looks at green Spirogyra from a pond jar and says, 'It is green and lives in water, so it is a plant.' Which is the best response?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Correct, all green organisms belong to Kingdom Plantae</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Wrong, Spirogyra is an animal because it lives in water</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Wrong, Spirogyra and other algae belong to Kingdom Protoctista, so being green does not make an organism a plant</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Wrong, Spirogyra is a fungus because it grows in water</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mushroom grows from the soil next to a maize plant. Why is the mushroom NOT placed in Kingdom Plantae?</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is a prokaryote, so it cannot be a plant</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is not green, so it must be an animal</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cannot make its own food (it is heterotrophic) and its cell wall is made of chitin</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grows in soil, which only fungi do</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writes a Claim-Evidence-Reasoning statement placing the mosquito in Kingdom Animalia. Which reasoning is the strongest?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is a pest that spreads disease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is a multicellular eukaryote that feeds on other organisms (heterotrophic)</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lives near water and is active at night</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is small and has wings, like a chicken</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group revises its class model and places the eight organisms into kingdoms. Which placement is correct?</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Bacteria in Monera, algae in Protoctista and mushroom in Fungi</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Bacteria in Protoctista and goat in Animalia</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Algae in Plantae and mushroom in Fungi</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Mushroom in Plantae and bacteria in Monera</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list names the five taxonomic kingdoms of living organisms?</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Monera, Fungi, Plantae, Animalia, Viruses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Monera, Protoctista, Fungi, Plantae, Animalia</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Plantae, Animalia, Fungi, Bacteria, Insects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Bacteria, Algae, Mushrooms, Plants, Mammals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Taxonomy I - Lesson 7 Quick Check</dc:title>
  <dc:subject>PptxGenJS Presentation</dc:subject>
  <dc:creator>PptxGenJS</dc:creator>
  <cp:lastModifiedBy>PptxGenJS</cp:lastModifiedBy>
  <cp:revision>1</cp:revision>
  <dcterms:created xsi:type="dcterms:W3CDTF">2026-10-02T04:54:42Z</dcterms:created>
  <dcterms:modified xsi:type="dcterms:W3CDTF">2026-10-02T04:54:42Z</dcterms:modified>
</cp:coreProperties>
</file>