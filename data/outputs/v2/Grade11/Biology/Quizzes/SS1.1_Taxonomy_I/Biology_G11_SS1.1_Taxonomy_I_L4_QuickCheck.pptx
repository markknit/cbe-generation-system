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Hierarchy of Classification: Climbing the Taxonomic Staircase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seven main taxonomic levels in the correct order, from the broadest group to the most specific group?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Species, Genus, Family, Order, Class, Phylum, Kingdom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Family, Genus, Species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Genus, Family, Species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Class, Phylum, Order, Family, Genus, Species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moves down the taxonomic staircase from Family to Genus. What happens to the group of organisms?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fewer kinds of organisms, and they are more alike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more kinds of organisms, and they are less alike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fewer kinds of organisms, but they are less alike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the same number of organisms, but they are named differently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is classified as Kingdom Animalia, Phylum Chordata, Class Mammalia. A domestic chicken is classified as Kingdom Animalia, Phylum Chordata, Class Aves. At which level do the goat and the chicken first separate into different groups?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Phylum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classification of a goat (Capra hircus), the name Bovidae is given. At which taxonomic level does the name Bovidae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the Species level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second level, coming straight after Kingdom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and Genus are the same level, so they mean the same 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biggest group, because it contains all the other levels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most specific level, with the smallest group of the most similar organisms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and a student in Kisumu both use the taxonomic staircase from Kingdom to Species to classify a goat. Which problem is solved, and which problem still remains?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all local names in Kikuyu, Luo and Kiswahili are now the same. Remaining: goats cannot be placed in a Kingdom.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both can place the goat in the same position at every level. Remaining: we still need one unique name for each species that is recognised worldwide.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every organism now has one unique worldwide name. Remaining: people cannot agree on the order of the seven levels.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organisms are grouped by colour and size in the same way everywhere. Remaining: nothing, because the system is complete.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4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