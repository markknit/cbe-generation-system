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Hierarchy of Classification: Climbing the Taxonomic Staircase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1.1: Taxonomy I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list shows the seven main taxonomic levels in the correct order, from the broadest group to the most specific group?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Species, Genus, Family, Order, Class, Phylum, Kingdom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Kingdom, Phylum, Class, Order, Family, Genus, Species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Kingdom, Phylum, Class, Order, Genus, Family, Species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Kingdom, Class, Phylum, Order, Family, Genus, Species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moves down the taxonomic staircase from Family to Genus. What happens to the group of organisms?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group has fewer kinds of organisms, and they are more alike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group has more kinds of organisms, and they are less alike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group has fewer kinds of organisms, but they are less alike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group has the same number of organisms, but they are named differently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goat is classified as Kingdom Animalia, Phylum Chordata, Class Mammalia. A domestic chicken is classified as Kingdom Animalia, Phylum Chordata, Class Aves. At which level do the goat and the chicken first separate into different groups?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Phylum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classification of a goat (Capra hircus), the name Bovidae is given. At which taxonomic level does the name Bovidae belong?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about the Species level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 is the second level, coming straight after Kingdom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 and Genus are the same level, so they mean the same thing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 is the biggest group, because it contains all the other levels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 is the most specific level, with the smallest group of the most similar organisms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Kericho and a student in Kisumu both use the taxonomic staircase from Kingdom to Species to classify a goat. Which problem is solved, and which problem still remains?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Solved: all local names in Kikuyu, Luo and Kiswahili are now the same. Remaining: goats cannot be placed in a Kingdom.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Solved: both can place the goat in the same position at every level. Remaining: we still need one unique name for each species that is recognised worldwide.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Solved: every organism now has one unique worldwide name. Remaining: people cannot agree on the order of the seven levels.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Solved: organisms are grouped by colour and size in the same way everywhere. Remaining: nothing, because the system is complete.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 - Lesson 4 Quick Check</dc:title>
  <dc:subject>PptxGenJS Presentation</dc:subject>
  <dc:creator>PptxGenJS</dc:creator>
  <cp:lastModifiedBy>PptxGenJS</cp:lastModifiedBy>
  <cp:revision>1</cp:revision>
  <dcterms:created xsi:type="dcterms:W3CDTF">2026-10-01T20:16:54Z</dcterms:created>
  <dcterms:modified xsi:type="dcterms:W3CDTF">2026-10-01T20:16:54Z</dcterms:modified>
</cp:coreProperties>
</file>