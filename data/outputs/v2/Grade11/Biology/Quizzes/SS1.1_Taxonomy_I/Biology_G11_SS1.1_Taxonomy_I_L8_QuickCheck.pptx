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8: Classification into the Five Kingdoms and Importance of Taxonomy: Our Final Explanation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1.1: Taxonomy I   |   Lesson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single-celled organism from a pond has a nucleus, moves using temporary extensions of its body (pseudopodia) and takes in food particles. Which kingdom does it belong to?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Protoctista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mushroom grows in soil. It has no chlorophyll and absorbs food from decaying matter. Which kingdom does it belong to, and why?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Animalia, because it cannot make its own food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Plantae, because it grows in soil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Fungi, because it has no chlorophyll and absorbs nutrients from its surroundings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Protoctista, because it has no leaves or roots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the correct way to write the binomial name of maize?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 mays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list shows the taxonomic ranks in the correct order, from the largest group to the smallest group?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Class, Phylum, Order, Family, Genus, Species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Phylum, Order, Class, Family, Genus, Species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Phylum, Class, Order, Family, Genus, Species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Phylum, Class, Order, Genus, Family, Species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"Spirogyra is an animal because it lives in water." Which response is the best scientific reply?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because all organisms in water are animals.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because Spirogyra is too small to be a plant.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Wrong, because anything green must be a plant.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Habitat is not a reliable rule. We should use observable features such as cell type, chlorophyll and mode of nutrition.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called mahindi in Kiswahili, bhutta in some communities and corn in English. Why do scientists also give it one scientific name, Zea mays?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two-part name can be understood by scientists everywhere, whatever the local name.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names are wrong and must be replaced.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scientific name tells where the plant grows.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names are always shorter than local names.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correct identification and naming of organisms important for conserving biodiversity in forests such as Kakamega Forest?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species from changing over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scientists know which species are present and which are rare, so they can protect them.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all species belong to the same kingdom.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only the species useful to people need to be protected.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describes taxonomy?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organisms local names in different languages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organisms only by where they live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 of classifying, naming and identifying living organisms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of how organisms interact with their environment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 - Lesson 8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