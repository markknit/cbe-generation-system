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TAXONOMY I</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3: Taxonomic Units: From Kingdom to Species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1.1: Taxonomy I   |   Lesson 3</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Kenyan address goes from the biggest area to the smallest area. Scientists place organisms in groups inside groups in a similar way. Which list of address levels is in the correct order from biggest to smallest?</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County, Country, Ward, Sub-county, Village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Country, County, Sub-county, Ward, Village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Village, Ward, Sub-county, County, Country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Country, Village, Ward, Sub-county, County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list shows the seven taxonomic ranks in the correct order from the broadest group to the most specific group?</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Kingdom, Phylum/Division, Class, Family, Order, Genus, Species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Kingdom, Class, Phylum/Division, Order, Family, Genus, Species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Species, Genus, Family, Order, Class, Phylum/Division, Kingdom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Kingdom, Phylum/Division, Class, Order, Family, Genus, Species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As you move down the ranks from Kingdom to Species, what happens to the number of organisms in each group and to the features they share?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There are fewer organisms in each group and they share fewer features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number of organisms and the shared features stay the same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There are fewer organisms in each group and they share more features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There are more organisms in each group and they share more features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Maize is classified in this order from broadest to most specific: Plantae, Angiospermophyta, Monocotyledonae, Poales, Poaceae, Zea, Zea mays. Which taxonomic rank is Poaceae?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Genus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Family</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Class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Order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Kikuyu speaker, a Luo speaker and a Kiswahili speaker each use a different local name for the same animal. Why does the nested ranking system (Kingdom to Species) help them?</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It gives every organism one exact place in the system, so all of them can find the same organism whatever its local name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It replaces all local names so that people stop using them</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It puts all animals with similar local names into the same group</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It sorts organisms by where they live, so everyone agrees on the habitat</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Animals are placed in a Phylum. What is the name of the rank at the same level, directly below Kingdom, that is used for plants such as maize?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Class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Genus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Division</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Family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lion is classified as Animalia, Chordata, Mammalia, Carnivora, Felidae, Panthera, Panthera leo. Maize is classified as Plantae, Angiospermophyta, Monocotyledonae, Poales, Poaceae, Zea, Zea mays. Comparing the two lists rank by rank, in how many of the seven ranks do the lion and maize belong to the same group?</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 ranks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7 ranks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 rank</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0 ranks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Taxonomy I - Lesson 3 Quick Check</dc:title>
  <dc:subject>PptxGenJS Presentation</dc:subject>
  <dc:creator>PptxGenJS</dc:creator>
  <cp:lastModifiedBy>PptxGenJS</cp:lastModifiedBy>
  <cp:revision>1</cp:revision>
  <dcterms:created xsi:type="dcterms:W3CDTF">2026-10-05T03:57:28Z</dcterms:created>
  <dcterms:modified xsi:type="dcterms:W3CDTF">2026-10-05T03:57:28Z</dcterms:modified>
</cp:coreProperties>
</file>