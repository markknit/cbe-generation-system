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Scientific Names and Binomial Nomenclature: One Name for Every Organism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1.1: Taxonomy I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Kisumu and a researcher in Nairobi each use only their own local name for a mosquito species when sharing information about malaria control. What problem is most likely to happen?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names are always wrong, so neither person can describe the mosquito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mosquito will change its behaviour depending on the name used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may not be sure they are talking about the same organism, so mistakes can happen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mosquito can only be studied by people who speak Kiswahili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some countries the word 'corn' means maize, but in other countries it means a different cereal. What does this show about common names?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name always tells us exactly which species an organism 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names are only used for plants, never for animals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names are the same everywhere in the world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common name can refer to different organisms, which causes confusion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handwrite the scientific name of the goat, Capra hircus, following the rules of binomial nomenclature. What should you do?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the genus and the species separately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whole name in capital letters instead of underlining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the whole name with one continuous line so the two words are joined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name in brackets so that it can be told apart from other words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writes the scientific name of the mosquito as Anopheles Gambiae. Which rule of binomial nomenclature has been broken?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species name must start with a small letter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genus must start with a small letter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scientific name must be written in Kiswahili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scientific name must have three parts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writes the claim: 'Scientists need a scientific name for each organism even though people already have common names.' Which reasoning best supports this claim?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names are longer than common names, so they are more useful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names are in Latin, and Latin is the easiest language for everyone to speak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names are wrong and should not be used by anyone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organism has one accepted two-part name used worldwide, so scientists everywhere know which organism is meant and can share information without confusion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class debate, a learner says: 'Now that we have scientific names, we should stop using local names like mbuzi, mbũri and diel.' Which response is best?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Disagree, because local names remain valuable in communities, while scientific names are used for communication among scientists worldwide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Agree, because scientific names replace local names completely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Disagree, because scientific names can only be used for plants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Agree, because local names are never correct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add a Naming Layer to the class model and label the scientific name of the goat, Capra hircus. Which labelling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Genus: Capra hircus; Species: goat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Genus: mbuzi; Species: Capra hircus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Genus: hircus; Species: Capra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Genus: Capra; Species: hircus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 - Lesson 5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