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TAXONOMY 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6: Applying Binomial Nomenclature: Naming Our Local Organisms the Same Way Everywhere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1.1: Taxonomy I   |   Lesson 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Kenya, maize is called 'mahindi' in Kiswahili, 'mbembe' in Kikuyu and 'oganda' in Luo. Why is this a problem for scientists who share information with scientists in other countries?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English names can be used for plants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names are wrong and must never be used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languages use different names, so people may not know they are talking about the same organism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has too many parts to be named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types the scientific name of maize. Which way follows the rules for writing a scientific name (ignoring italics)?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Zea mays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Zea Mays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zea mays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zea Mays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writing the scientific name of the goat, Capra hircus, by hand in your exercise book. How should you show that it is a scientific name?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one long line under both words together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Underline Capra and hircus separately, each with its own line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 name in brackets and do not underline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both words in capital letters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is matching scientific names to organism cards. Which organism is correctly matched with the scientific name Phaseolus vulgaris?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 plant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Mosquito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writes the scientific name of the goat as 'Capra Hircus'. What is wrong with it?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words should start with a small letter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genus should start with a small letter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species 'Hircus' should start with a small letter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names should be written in English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writes a Claim-Evidence-Reasoning answer claiming that Zea mays is a better name for scientists than mahindi, mbembe or oganda. Which reasoning best supports the claim?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two-part name is used worldwide, so everyone can identify the same organism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Zea mays is shorter and easier to say than the local names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names are incorrect and should not be used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Zea mays is older than all the local names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class debate, a learner says: 'Local names are not important when we have scientific names.' Which response is best?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Agree, because local names are always wrong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Disagree, because local names are never used in science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Agree, because scientific names replace local names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Disagree, because local names such as mbembe and oganda have cultural and practical value, while scientific names allow worldwide communication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Taxonomy I - Lesson 6 Quick Check</dc:title>
  <dc:subject>PptxGenJS Presentation</dc:subject>
  <dc:creator>PptxGenJS</dc:creator>
  <cp:lastModifiedBy>PptxGenJS</cp:lastModifiedBy>
  <cp:revision>1</cp:revision>
  <dcterms:created xsi:type="dcterms:W3CDTF">2026-10-05T03:57:28Z</dcterms:created>
  <dcterms:modified xsi:type="dcterms:W3CDTF">2026-10-05T03:57:28Z</dcterms:modified>
</cp:coreProperties>
</file>