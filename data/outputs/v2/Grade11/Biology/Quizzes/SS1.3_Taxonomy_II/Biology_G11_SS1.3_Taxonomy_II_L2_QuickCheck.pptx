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TAXONOMY II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Kingdom Plantae — Bryophyta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Taxonomy II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examining moss, a learner predicts: "Moss is like maize. It has true roots and flowers." Which statement about moss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 is a fungus, like a mushroom, so it has no green parts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 has true roots, but they are shorter than those of maize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 has no flowers and reproduces using spores, not seeds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 has flowers but they are too small to see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looks at the base of a moss plant with a hand lens and sees many thin, thread-like structures going into the soil. What are they and what is their main job?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Rhizoids that anchor the plant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roots that carry water up through xylem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hairs that carry food down through phloem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Spore capsules that release spores into the soil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makes a labelled biological drawing of one moss plant. Which drawing is done correctly?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shaded to show colour, with label lines that cross each other so all labels fit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curved label lines drawn over the structures to show exactly where each part 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 title and magnification, uses a sharp pencil with single clear lines, and has straight label lines that do not cross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no title, so the drawing looks neat and uncluttered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compares moss with a maize seedling in a table. Which row of differences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Moss: large size and true leaves. Maize: very small size and no leaves.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Moss: flowers and seeds. Maize: spore capsules on stalks.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Moss: rhizoids, no vascular tissue, spore capsules. Maize: true roots, xylem and phloem, seeds.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Moss: true roots and xylem. Maize: rhizoids and no vascular tissue.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carries water up its stem through xylem. Moss has no xylem or phloem. What does this lack of vascular tissue tell us about moss?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grows tall in dry places because it does not need water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make food because it has no phloem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stays small because it has too many rhizoids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stays small because it cannot transport water and food over long distances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finds moss growing on a damp, shaded wall in Nairobi, but none on a dry, sunny rock nearby. Which statement best explains this and how the moss reproduces?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 needs deep true roots to reach water, so it grows only on walls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 needs bright sunshine to form seeds, so it avoids the dry rock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 reproduces by flowers that open only in shade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Moss needs water for fertilisation and has no vascular tissue to bring water from far away, so it lives in damp places and reproduces by spores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is adding a 'Bryophyta' category to its classification model. Which criterion is most useful for deciding whether a plant belongs in the group?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no true roots, stems or leaves, has rhizoids, and bears spore capsules on stalks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green in colour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used as food by people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small enough to fit in your hand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Taxonomy II - Lesson 2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