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TAXONOMY 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8: Synthesis and explanation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1.3: Taxonomy II   |   Lesson 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from a school in Kisumu receive 6 unfamiliar organisms and must group them exactly as a school in Kericho does. What would help them most to get the same groups?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same observable characteristics and a shared dichotomous key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them by size, from the biggest to the smallest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them by how useful each one is as food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them by colour so that similar-looking ones are together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viruses not placed in Kingdom Plantae or Kingdom Animalia?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Viruses are too small to be seen with any instrument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Viruses are not made of cells, so they do not fit into either kingdom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Viruses only live in water and not on land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Viruses are single cells that have no nucleus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fern is in Division Pteridophyta and moss is in Division Bryophyta. Which feature separates the fern from the moss?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fern has vascular tissue, but the moss does not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moss makes seeds, but the fern makes spores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fern has flowers, but the moss does not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moss has vascular tissue, but the fern does not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plant has seeds enclosed in a fruit, leaves with net veins, and seeds with two cotyledons. Which group does it belong to?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Gymnospermae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Bryophyta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Angiospermae, dicotyledon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Angiospermae, monocotyledon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mosquito has a jointed exoskeleton, three pairs of jointed legs and no backbone. Which phylum does it belong to, and why?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Arthropoda, because it is small and harmful to people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Chordata, because it is an animal that can fly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Arthropoda, because it has a jointed exoskeleton and jointed legs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Chordata, because it has three pairs of legs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pair of statements is best for one step in a dichotomous key for insects?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liked by learners / is not liked by learners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big / is small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wings / has no wings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beautiful / does not look beautiful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writes: 'Maize has one cotyledon and parallel veins, but bean has two cotyledons and net veins.' Which reasoning best explains why this evidence helps to classify them accurately?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learner can observe and check these features, so everyone gets the same groups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is eaten more than bean, so it needs its own group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said that maize and bean are different, so they are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is bigger than bean, so they must be separate groups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sorting the Driving Question Board, a group wants to add a new question that goes beyond the classroom. Which question is the best fit?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organism in our collection is the prettiest?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a dichotomous key help identify crop pests in Nakuru?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have a Driving Question Board?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goat bigger than a chicken?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finds a tilapia from Lake Victoria. It has a backbone, gills and fins. Where should the learner's final classification model place it?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 Animalia, Phylum Arthropoda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 Animalia, Phylum Chordata, Class Birds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 Plantae, Division Spermatophyta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 Animalia, Phylum Chordata, Class Fish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about the importance of viruses to Kenyans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Viruses can cause diseases such as measles and maize streak, but are also used in vaccines and biotechnology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Viruses affect only people and never crops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Viruses make food for plants by photosynthesis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Viruses only cause disease and have no use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Taxonomy II - Lesson 8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