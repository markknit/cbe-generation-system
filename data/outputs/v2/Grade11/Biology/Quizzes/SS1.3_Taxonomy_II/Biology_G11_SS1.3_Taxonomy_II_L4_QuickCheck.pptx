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4: Using Dichotomous Keys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Taxonomy II   |   Lesson 4</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in Kericho cannot ask you for help, but she must name a plant using only your written instructions. Which first step would most likely give her the same answer you get?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the plant big or small?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the plant useful as food?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the plant a pretty colour?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Does the leaf have parallel veins or net-like veins?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first couplet of a key says: 1a: Plant has no true roots, stems or leaves. 1b: Plant has true roots, stems and leaves. Which plant belongs at 1a?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 plant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Maize plant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Moss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lays a ruler beside a sukuma wiki leaf. The base of the leaf is at the 2 cm mark and the tip is at the 14 cm mark. What is the length of the leaf?</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14 cm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 cm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12 cm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16 cm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Different groups used the same key on the same plants and got the same names. Their own earlier groupings by size, colour and usefulness did not agree. Why did the key give the same answer to everyone?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uses pairs of contrasting, observable features, so each person makes the same clear choice at each step.</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lets each person choose any number of statements that they like.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uses the colour of the plant, which is the same for all people.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groups plants by how useful they are, which everyone agrees 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of these is the best couplet to include in a dichotomous key for plants?</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1a: Leaf has parallel veins. 1b: Leaf has net-like veins.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1a: Plant is useful. 1b: Plant is not useful.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1a: Plant is beautiful. 1b: Plant is not beautiful.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1a: Leaf is green. 1b: Leaf is dark green.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group is building a key for a maize plant, a grass plant, a bean plant and a sukuma wiki plant. They find that the leaves of maize and grass have parallel veins. To which group do maize and grass belong?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Dicots, because they are in Spermatophyta</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Pteridophyta, because they have long leaves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Monocots, because parallel veins are a monocot feature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Bryophyta, because they are small green plants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revises its classification model after using the key. Their old model has a group called 'plants that are good to eat'. What is the best revision?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Make the 'good to eat' group larger by adding more plants.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Cross out the group and replace it with observable features such as parallel or net-like veins.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Colour the group in red so that it stands out.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Keep the group, because food use is the most important feature of a plant.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II - Lesson 4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