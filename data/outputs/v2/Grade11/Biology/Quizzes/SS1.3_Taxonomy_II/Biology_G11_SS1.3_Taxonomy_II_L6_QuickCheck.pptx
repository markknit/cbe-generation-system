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Classes of Kingdom Animalia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goat, a chicken and a lizard are all in Phylum Chordata. Which observable feature can be used to place the chicken in a different class from the goat?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 and the goat are both used as food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 is smaller than the goat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 is usually white or brown in colour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 has feathers, while the goat has hair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examines a dead mosquito and a spider. Which statement correctly describes the mosquito and its class?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three pairs of legs and a body in three parts, so it belongs to Insecta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three pairs of legs and feathers, so it belongs to Aves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four pairs of legs and belongs to Arachnida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legs and belongs to Crustacea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bat can fly. It has hair on its body, feeds its young on milk and gives birth to live young. To which class does a bat belong?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Insecta, because it has wings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Mammalia, because of its hair, milk and live young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Reptilia, because it has a dry body covering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Aves, because it can fly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writes this key: 1a. Has feathers – Aves; 1b. No feathers – go to 2. 2a. Has hair – Mammalia; 2b. No hair – go to 3. 3a. Has dry, scaly skin – Reptilia; 3b. Has moist skin – Amphibia. Which animal follows 1b, then 2b, then 3a?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chicken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lizard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 separates reptiles from amphibians?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Amphibians have hair, but reptiles do not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Reptiles have feathers, but amphibians do not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Reptiles have dry, scaly skin, but amphibians have moist skin without scales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Reptiles have gills as adults, but amphibians have lungs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describes how phyla and classes are related in classifying animals?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made by grouping animals by size and colour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larger groups that contain several phyla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phylum is a broad group that is divided into classes using more specific characteristics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Phyla and classes are the same thing and use the same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updating a classification model, a group must place a snail. Where does it belong?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neither Chordata nor Arthropoda, because it belongs to another phylum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Phylum Arthropoda, because it has a hard shell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Phylum Chordata, class Reptilia, because it moves slowly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Class Insecta, because it is a small animal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6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