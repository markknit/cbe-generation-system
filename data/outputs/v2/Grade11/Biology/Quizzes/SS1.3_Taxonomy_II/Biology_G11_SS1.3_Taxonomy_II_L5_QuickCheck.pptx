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TAXONOMY II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5: Kingdom Animalia — major phyla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1.3: Taxonomy II   |   Lesson 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class activity, groups sorted eight animal pictures. One group sorted by size, another by 'animals we eat', and a third by habitat. A scientist in Nairobi and one in Kisumu need to agree on how to group animals. What is the main problem with these sorting rules?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depend on opinion or situation, so different people get different groups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cannot be written on manila paper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only work for animals that live on land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use too many animals at once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says, 'A snail and an earthworm are both soft-bodied, so they must belong to the same phylum.' Which observation best shows the snail is NOT in the same phylum as the earthworm?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snail is smaller than the earthworm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snail is found in gardens, while the earthworm lives in soil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snail has a hard shell and an unsegmented body, while the earthworm has a body divided into many rings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snail moves more slowly than the earthworm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mosquito has three body parts, six jointed legs and a hard outer covering. Which phylum does it belong to?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Chordata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Arthropoda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Annelida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Mollusca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tilapia from Lake Victoria, a lizard, a chicken and a goat all look very different. Which feature do they ALL share that places them in the same phylum?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in water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backbone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covering the body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Wings for flying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writes this claim: 'The butterfly belongs to Phylum Arthropoda.' Which piece of evidence best supports the claim?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found in the school garden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jointed legs and an exoskeleton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useful for pollinating flowers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beautiful and colourful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mosquito feeds on blood and a goat feeds on grass, yet they are placed in different phyla. Which is the best reason?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mosquito can fly but the goat cannot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mosquito has jointed legs and an exoskeleton with no backbone, while the goat has a backbone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mosquito is smaller than the goat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mosquito feeds on blood but the goat does not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 is building a tree diagram of Kingdom Animalia. Which animal is placed correctly under its phylum?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Butterfly under Chordata, because it can fly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Lizard under Mollusca, because it is cold to touch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Earthworm under Annelida, because its body is divided into rings and it has no legs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Snail under Arthropoda, because it has a hard shell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Taxonomy II - Lesson 5 Quick Check</dc:title>
  <dc:subject>PptxGenJS Presentation</dc:subject>
  <dc:creator>PptxGenJS</dc:creator>
  <cp:lastModifiedBy>PptxGenJS</cp:lastModifiedBy>
  <cp:revision>1</cp:revision>
  <dcterms:created xsi:type="dcterms:W3CDTF">2026-10-02T04:54:42Z</dcterms:created>
  <dcterms:modified xsi:type="dcterms:W3CDTF">2026-10-02T04:54:42Z</dcterms:modified>
</cp:coreProperties>
</file>