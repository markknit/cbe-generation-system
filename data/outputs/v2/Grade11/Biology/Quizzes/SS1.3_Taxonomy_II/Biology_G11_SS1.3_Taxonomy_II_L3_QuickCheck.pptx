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reativecommons.org/licenses/by-nc/4.0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BIOLOGY — GRADE 11  |  TAXONOMY II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8803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3: Pteridophyta and Spermatophyta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multiple-choice questions  •  choose A, B, C or 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Sub-Strand 1.3: Taxonomy II   |   Lesson 3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5760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SeaVuria and ARES. Aligned with KICD objectives. Developed by SeaVuria; technical implementation by ARES (with AI assistance from Claude). Licensed under </a:t>
            </a:r>
            <a:pPr indent="0" marL="0">
              <a:buNone/>
            </a:pPr>
            <a:r>
              <a:rPr lang="en-US" sz="900" u="sng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BY-NC 4.0</a:t>
            </a:r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(https://creativecommons.org/licenses/by-nc/4.0/).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1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learner turns over a fern frond and sees rows of small brown dots on the underside. What are these brown dots?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Flowers that have dried up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Eggs laid by insects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Seeds ready to be planted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Sori, which hold spores for reproduction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2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learner pulls up a maize plant and a bean plant and examines their roots. Which description is correct?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have rhizoids instead of true roots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Maize has fibrous roots and bean has a tap root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have a rhizome with fibrous roots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Maize has a tap root and bean has fibrous roots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3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learner examines a leaf that is broad and has veins forming a net pattern. Which plant did the leaf most likely come from?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Fern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Bean plant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Maize plant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4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home group is completing its comparison table. Which feature separates a fern (Pteridophyta) from moss (Bryophyta)?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fern makes seeds but moss makes spores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fern has rhizoids only, but moss has true roots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fern has flowers but moss does not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fern has true roots and vascular tissue, but moss does not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5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learner says, "Ferns are flowering plants, so they make seeds." Which evidence from the specimens shows this is wrong?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fern has no roots, so it cannot make seeds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fern frond has sori with spores on the underside, and it has no flowers or seeds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fern frond is green, and only plants with other colours make seeds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fern frond is smaller than a bean plant, so it makes no seeds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6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ferns and bean plants have vascular tissue, true roots, stems and leaves. Which feature best separates a fern from a bean plant?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fern reproduces by seeds in pods, while a bean plant reproduces by spores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bean plant has rhizoids, but a fern has true roots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fern has vascular tissue, but a bean plant does not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fern reproduces by spores in sori, while a bean plant reproduces by seeds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7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farmer in Kericho and a student in Kisumu both want to place a plant in the same group. Why is checking for spores or seeds better than grouping by size or colour?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Spores and seeds are always bigger than the plant parts that show colour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scientists are allowed to look for spores and seeds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 and colour never change, but spores and seeds do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Anyone can observe and check spores or seeds in the same way, so people reach the same grouping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8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Model Building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the class flow chart, the first question is "Vascular tissue?" A plant answers "Yes", and the second question is "Seeds?" The plant answers "No, it makes spores". Which group does it belong to?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Pteridophyta (fern)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Bryophyta (moss)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Spermatophyta (maize, bean)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is not a plant, like the mushroom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done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your teacher how to submit your answers today (for example, on a paper answer slip).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Biology Grade 11 - Taxonomy II - Lesson 3 Quick Check</dc:title>
  <dc:subject>PptxGenJS Presentation</dc:subject>
  <dc:creator>PptxGenJS</dc:creator>
  <cp:lastModifiedBy>PptxGenJS</cp:lastModifiedBy>
  <cp:revision>1</cp:revision>
  <dcterms:created xsi:type="dcterms:W3CDTF">2026-10-02T04:54:42Z</dcterms:created>
  <dcterms:modified xsi:type="dcterms:W3CDTF">2026-10-02T04:54:42Z</dcterms:modified>
</cp:coreProperties>
</file>