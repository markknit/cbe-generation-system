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Pteridophyta and Spermatophyta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turns over a fern frond and sees rows of small brown dots on the underside. What are these brown dots?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that have dried up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laid by insects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ready to be planted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Sori, which hold spores for reproduction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pulls up a maize plant and a bean plant and examines their roots. Which description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have rhizoids instead of true roots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fibrous roots and bean has a tap root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have a rhizome with fibrous roots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a tap root and bean has fibrous roots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examines a leaf that is broad and has veins forming a net pattern. Which plant did the leaf most likely come from?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plant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home group is completing its comparison table. Which feature separates a fern (Pteridophyta) from moss (Bryophyta)?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makes seeds but moss makes spores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rhizoids only, but moss has true roots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flowers but moss does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true roots and vascular tissue, but moss does not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"Ferns are flowering plants, so they make seeds." Which evidence from the specimens shows this is wrong?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has no roots, so it cannot make seeds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frond has sori with spores on the underside, and it has no flowers or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frond is green, and only plants with other colours make seeds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frond is smaller than a bean plant, so it makes no seeds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ferns and bean plants have vascular tissue, true roots, stems and leaves. Which feature best separates a fern from a bean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reproduces by seeds in pods, while a bean plant reproduces by spores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 plant has rhizoids, but a fern has true roots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has vascular tissue, but a bean plant does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reproduces by spores in sori, while a bean plant reproduces by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and a student in Kisumu both want to place a plant in the same group. Why is checking for spores or seeds better than grouping by size or colour?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Spores and seeds are always bigger than the plant parts that show colour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scientists are allowed to look for spores and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and colour never change, but spores and seeds do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observe and check spores or seeds in the same way, so people reach the same grouping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flow chart, the first question is "Vascular tissue?" A plant answers "Yes", and the second question is "Seeds?" The plant answers "No, it makes spores". Which group does it belong to?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Pteridophyta (fern)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Bryophyta (moss)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Spermatophyta (maize, bean)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a plant, like the mushroom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3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