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TAXONOMY II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7: Dichotomous keys for animals and viruses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1.3: Taxonomy II   |   Lesson 7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visitor from Kisumu has never seen the animals at your school. You can only send a written message so that the visitor names the same animal as you. Which statement would work best in the message?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 beautiful animal.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 big animal.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six jointed legs.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 useful animal for food.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builds this part of a dichotomous key.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1a. Animal has a backbone: go to step 2.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1b. Animal has no backbone: go to step 3.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2a. Feathers present: chicken.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2b. Feathers absent, hair present: goat.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3a. Six jointed legs present: grasshopper.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3b. No legs, body covered by a hard shell: snail.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tester has an animal with no backbone and six jointed legs. Which animal does the key lead to?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Grasshopper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Chicken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Snail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wrote this couplet: 'Animal is small' / 'Animal is big'. After swapping keys, the testing group got different answers from the authors. What is the main problem with this couplet?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Animals never differ in size, so the feature is useless.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couplet should name the animal in the first statement.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couplet must have three choices, not two.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people can disagree about what small and big mean, because the statements are not measurable or countable.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Learners sort animals into Phylum Chordata or Phylum Arthropoda. Which list contains only Arthropoda?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Chicken, lizard, grasshopper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Butterfly, earthworm, grasshopper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Mosquito, butterfly, grasshopper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Mosquito, butterfly, snail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correctly describes a virus?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a nucleus and mitochondria, like the cells of a goat.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 very small bacterium that divides on its own in soil.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 non-cellular particle with a protein coat around DNA or RNA, and it reproduces only inside a host cell.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carries out respiration and growth by itself outside a host.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claims that a virus is not a living organism. Which piece of evidence best supports this claim?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virus has genetic material, DNA or RNA.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virus can cause disease in maize and in people.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virus is very small.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virus has no cell structure and cannot reproduce or carry out metabolism outside a host cell.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health worker says that antibiotics will not cure measles. What is the correct reason?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Measles is caused by a very large bacterium that resists antibiotics.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Antibiotics only work on diseases of plants.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Measles is not caused by any organism or particle.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Measles is caused by a virus, which is not a bacterium, and antibiotics work against bacteria.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Learners add a box for viruses to the class model. Which example shows a useful (beneficial) importance of viruses?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Bacteriophages being used to attack harmful bacteria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Cassava mosaic disease reducing cassava yields on Kenyan farms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Foot and mouth disease in cattle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Newcastle disease killing chickens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Taxonomy II - Lesson 7 Quick Check</dc:title>
  <dc:subject>PptxGenJS Presentation</dc:subject>
  <dc:creator>PptxGenJS</dc:creator>
  <cp:lastModifiedBy>PptxGenJS</cp:lastModifiedBy>
  <cp:revision>1</cp:revision>
  <dcterms:created xsi:type="dcterms:W3CDTF">2026-10-05T03:57:29Z</dcterms:created>
  <dcterms:modified xsi:type="dcterms:W3CDTF">2026-10-05T03:57:29Z</dcterms:modified>
</cp:coreProperties>
</file>