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Belt Transect Across a Changing Habitat: How Does Plant Population Change as Conditions Change?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collecting data, a learner predicts that a shaded area of the school compound will have fewer grass plants per square metre than the open field. Which reason best supports this prediction?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in the shade do not need any water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 grows best when it gets no sunlight at all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gives less sunlight, so the grass can make less food by photosynthesis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areas always have more trampling than open fields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belt transect study, a group places quadrats at regular intervals (every 2 m) between two parallel lines instead of choosing the greenest spots. Why is this done?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avoids bias, so the sample represents the whole transect and not only the best places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sure every quadrat contains the same number of plants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protects the plants from being trampled by the learners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the counting finish faster because there are fewer plants to count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 counted the plants in five 1 m x 1 m quadrats placed in the open field: 16, 20, 18, 22 and 14 plants. What is the mean abundance per quadrat in the open field?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plants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plants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plants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plants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uses a 50 cm x 50 cm quadrat (area 0.25 m²) in the garden zone. The mean count is 3 plants per quadrat. What is the estimated density in plants per square metre?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 plants per m²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plants per 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plants per m²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plants per m²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 pathway gets plenty of sunlight, but the transect showed very few plants growing on it.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on pathways have no competition, so they cannot grow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sunlight kills all plants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trampling damages plants and compacts the soil, so few plants can grow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Pathways have no soil at all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school garden, manure and water were added and weeds grew very thickly. A river near a farm receives fertiliser and sewage, and algae and aquatic weeds grow thickly there too. Which statement best links the two situations?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eat the algae, so the algae are the cause of the fish disappearing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nutrients boost the growth of plants and algae in both places, as the manure does in the garden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nutrients reduce the growth of algae in rivers but increase it in gardens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and weeds in the river are many, so the river must be healthier now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pair of factors that could affect fish in a river contains one abiotic factor and one biotic factor?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level in the water and competition for food among fish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and aquatic weeds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temperature and nutrient level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and water temperature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shaded part of the school compound, few plants grew because there was little light. In ecology, what do we call a condition like this that restricts how large a population can grow?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quadrat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limiting factor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niche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5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