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ECOLOGY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3: Counting Life: Characteristics of Populations and Direct Counting in the School Compound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1.2: Ecology   |   Lesson 3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Villagers beside a Kenyan river say, "There used to be many fish." Which action would best turn this statement into evidence?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river and guess how many fish are there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 the fish in a known area at different times and compare the numbers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more villagers whether they agree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 to see if the smell of the water goes away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 we call all the fish of one species living together in the same river?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community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habitat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ecosystem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population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marks a 10 m x 10 m area on the school field and counts 250 grass tufts. What is the population density of grass tufts?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per m²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 per m²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 per m²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350 per m²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During the jigsaw counting, why must the group agree on what counts as ONE plant before they start counting?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that the density will always be a whole number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that everyone counts in the same way and no plant is counted twice or missed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that the counting finishes faster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that the area marked will be larger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A has 300 weeds in a 10 m x 10 m area. Site B has 300 weeds in a 20 m x 10 m area. Which statement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sites have the same density because they have the same number of weeds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B has the higher density because its area is larger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A has the higher density because the same number of weeds is found in a smaller area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Density cannot be compared unless the number of weeds is different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situation is suitable for the direct counting method?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Counting the trees growing in a small school plot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Counting the insects flying over a whole forest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Counting all the fish in Lake Victoria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Counting all the algae cells in a river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would direct counting of every fish in a river be difficult?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Rivers have no area that can be measured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Fish do not belong to any population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Fish density cannot be calculated using area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Fish can move and hide in deep water, so they cannot all be seen and counted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8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counted grass in two 10 m x 10 m areas of the school field. A learner asks, "Do these two counts tell us how the grass is spread over the whole field?" What is the best answer?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necessarily, because two small areas may not represent the whole field, so we need to test if the distribution is uniform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No, because density is not affected by where the area is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because any two areas will always show the whole field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because direct counting always works for the whole field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9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End of lesson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site has 180 plants in a 100 m² area. What is the population density?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0.18 per m²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per m²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 per m²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 per m²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10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End of lesson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statement correctly defines population density?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total number of species in an ecosystem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number of individuals counted in the whole habitat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number of individuals of a species per unit area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area occupied by one individual of a species only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Ecology - Lesson 3 Quick Check</dc:title>
  <dc:subject>PptxGenJS Presentation</dc:subject>
  <dc:creator>PptxGenJS</dc:creator>
  <cp:lastModifiedBy>PptxGenJS</cp:lastModifiedBy>
  <cp:revision>1</cp:revision>
  <dcterms:created xsi:type="dcterms:W3CDTF">2026-10-02T04:54:42Z</dcterms:created>
  <dcterms:modified xsi:type="dcterms:W3CDTF">2026-10-02T04:54:42Z</dcterms:modified>
</cp:coreProperties>
</file>