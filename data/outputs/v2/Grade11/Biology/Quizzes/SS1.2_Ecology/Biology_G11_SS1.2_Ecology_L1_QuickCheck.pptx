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ECOLOGY</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Where Have the Fish Gone? Launching Our Investigation into Ecosystems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Ecology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sketches a river in Kenya to show what might be found in it. Which list has BOTH living and non-living things from a river?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Tilapia, frogs, birds, insects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Tilapia, algae, water, sunlight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Water, oxygen, rocks, sand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Algae, aquatic weeds, tilapia, Nile perch</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watched a video of a Kenyan river and filled in the 'What I see' column. Which entry is a specific observation rather than a general statement?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Thick algae and aquatic weeds cover parts of the water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river is in a bad state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environment has been spoiled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People do not care about the river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a river, all the tilapia living in the river together are called a:</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Community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Habitat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Population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Biome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river water and banks where the tilapia live is the tilapia's ___. The role the tilapia plays in the river, such as what it eats and how it lives, is its ___.</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community; population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niche; habitat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population; community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habitat; niche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group says, 'The fish are disappearing because they are old, or because they have no food.' They compare this idea with what was seen in the river video. Which is the best conclusion at this point?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idea should be ignored because it was only a prediction</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idea explains everything, so no more investigation is needed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video has already proved the cause, so the question is solved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idea explains only part of the evidence. The booming algae and weeds and the smell are still unexplained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are writing questions on sticky notes for the Driving Question Board about the river where fish are disappearing. Which question is the best one to investigate?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Who owns the river?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Is the river dirty?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How do algae and weeds affect the fish in the river?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Are the fish old?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sentence is the best definition of an ecosystem?</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All the individuals of one species living in an area</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place where one organism lives</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living things in an area together with the non-living parts of their environment, interacting with each other</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All the non-living things in an area, such as water, light and temperature</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Ecology - Lesson 1 Quick Check</dc:title>
  <dc:subject>PptxGenJS Presentation</dc:subject>
  <dc:creator>PptxGenJS</dc:creator>
  <cp:lastModifiedBy>PptxGenJS</cp:lastModifiedBy>
  <cp:revision>1</cp:revision>
  <dcterms:created xsi:type="dcterms:W3CDTF">2026-10-05T03:57:28Z</dcterms:created>
  <dcterms:modified xsi:type="dcterms:W3CDTF">2026-10-05T03:57:28Z</dcterms:modified>
</cp:coreProperties>
</file>