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ECOLOGY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8: Nitrogen and Carbon Cycles: How Nutrients Move and Why Algae Boom in Our River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1.2: Ecology   |   Lesson 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in Kisii and Bungoma often plant beans between rows of maize. Which process in the bean roots helps the maize crop get more nitrogen?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 roots take in nitrogen gas and release it directly to the maize roots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Rhizobium bacteria in root nodules change nitrogen gas from the air into nitrogen compounds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Denitrifying bacteria in the soil change nitrates into nitrogen gas for the maize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 leaves use photosynthesis to make nitrates for the maize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says, 'Maize plants take nitrogen gas straight from the air and use it to make proteins.' Which is the best correction?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can only get nitrogen by eating dead animals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gets nitrogen from carbon dioxide during photosynthesis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absorbs nitrates from the soil, which were made by nitrogen fixation and nitrification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absorbs nitrogen gas through its stomata, but only at night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dairy cow in Kericho dies and its body decays in the soil. Which organisms release the nitrogen from its proteins as ammonium so that it can re-enter the nitrogen cycle?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Producers such as maize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Nitrogen-fixing bacteria in bean roots only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 such as other cattle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Decomposers such as bacteria and fungi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eats ugali and then runs. Which process returns carbon from the ugali to the air as carbon dioxide?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Denitrification in the learner's muscles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Nitrification in the learner's stomach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Photosynthesis in the learner's cells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Respiration in the body's cells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list contains only processes that return carbon dioxide to the air in the carbon cycle?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Photosynthesis, burning charcoal and nitrification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Nitrogen fixation, respiration and burning firewood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Photosynthesis, respiration and decomposition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Respiration, decomposition and burning firewood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 washes fertiliser from maize farms, cattle waste and sewage into a river. Why does this make algae and water weeds grow very fast?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fertiliser makes the water colder, so the algae grow faster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sewage gives the algae more oxygen to breathe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water gains extra nitrates and phosphates that the algae and weeds use to grow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algae feed directly on the fish in the river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river with an algal bloom, the algae and weeds die in large numbers. Why do fish then die?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fish die of old age because the water is warmer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fish have no food because algae are the only food in rivers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Decomposing bacteria multiply and use up dissolved oxygen, so the fish cannot get enough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dead algae release extra oxygen that is poisonous to fish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 the correct order of events in the river after fertiliser and sewage runoff enter it?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Decomposers use up oxygen, nutrient enrichment, algae and weeds die, algal bloom, fish die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Algal bloom, nutrient enrichment, fish die, decomposers use up oxygen, algae and weeds die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 die, decomposers use up oxygen, nutrient enrichment, algal bloom, algae and weeds die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Nutrient enrichment, algal bloom, algae and weeds die, decomposers use up oxygen, fish die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Along a polluted river, people notice a foul smell after many algae and weeds have died. What is the best explanation?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smell comes from nitrogen gas escaping from the water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little oxygen left, anaerobic decay of the dead matter produces foul-smelling substances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 release a bad smell when they are hungry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Algae produce a bad smell only when they are alive and healthy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10 OF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hears a group claim 'the fish are disappearing because they have no food.' What evidence from the river would best show this claim is incomplete?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river still has some fish in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river is flowing towards Lake Victoria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Algae and weeds are growing fast while dissolved oxygen falls after they die and decompose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 are planted near the river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Ecology - Lesson 8 Quick Check</dc:title>
  <dc:subject>PptxGenJS Presentation</dc:subject>
  <dc:creator>PptxGenJS</dc:creator>
  <cp:lastModifiedBy>PptxGenJS</cp:lastModifiedBy>
  <cp:revision>1</cp:revision>
  <dcterms:created xsi:type="dcterms:W3CDTF">2026-10-02T04:54:42Z</dcterms:created>
  <dcterms:modified xsi:type="dcterms:W3CDTF">2026-10-02T04:54:42Z</dcterms:modified>
</cp:coreProperties>
</file>