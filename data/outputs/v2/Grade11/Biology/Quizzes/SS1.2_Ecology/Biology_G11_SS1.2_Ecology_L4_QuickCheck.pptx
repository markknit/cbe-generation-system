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Quadrat Sampling: Is the Distribution of Grass and Weeds Uniform Across the School Field?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is sampling the grass and weeds in a zone of the school field using a 1 m x 1 m quadrat. Why must they place the quadrat at random locations instead of where the grass looks nicest?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every quadrat contains exactly the same number of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sample is not biased and represents the whole zone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counting is finished faster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only the most common weed is counted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places a 1 m x 1 m quadrat at 5 random spots in a sunny zone of the school field. The numbers of weed plants counted are 12, 8, 10, 15 and 5. What is the density of weeds in plants per m²?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plants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plants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plants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plants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damp zone of the school field, the mean number of grass tufts is 6 per 1 m x 1 m quadrat. The zone has a total area of 200 m². What is the estimated total number of grass tufts in the zone?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tufts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 tufts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tufts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 tufts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 uses quadrats to estimate that there are 1200 weed plants in a zone. Why is this number only an estimate?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Weeds cannot be counted accurately because they are too small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Quadrats can only be used on grass and not on weeds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area of the quadrat was not known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small part of the zone was sampled and the result is assumed to represent the whole zone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groups compare the mean plant density of two zones on the school field: 42 plants per m² in a damp zone near a tap and 6 plants per m² in a heavily trampled zone. Which claim is best supported by this evidence?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Trampling has been proved to be the only cause of the low density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distribution of plants is not uniform, because density was much higher in the damp zone than in the trampled zone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damp zone is healthier because more plants always means a healthier ecosystem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distribution of plants is uniform, because plants grow everywhere on the 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Along a Kenyan river, aquatic weeds and algae grow thickly in one stretch where fertiliser and sewage from nearby farms enter the water. Fish are fewer there. Which explanation fits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are fewer only because they are old and have no food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let algae and weeds boom, which can reduce oxygen in the water and harm the fish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weeds means more food and oxygen, so the fish there are healthier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weeds grow thickly only because the water is the same everywhere along the 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school field, plant density is much lower on a heavily used footpath than beside a tap. Which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Trampling and compacted soil damage plants and limit root growth, while the soil beside the tap has more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need no water, so the tap makes no difference to density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cannot grow anywhere that the soil is wet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are spread evenly, so the difference must be due only to counting mistakes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4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