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creativecommons.org/licenses/by-nc/4.0/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4630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BIOLOGY — GRADE 11  |  ECOLOGY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196596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Check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288036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D9EE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4: Quadrat Sampling: Is the Distribution of Grass and Weeds Uniform Across the School Field?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41148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multiple-choice questions  •  choose A, B, C or 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52578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Sub-Strand 1.2: Ecology   |   Lesson 4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576072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FA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SeaVuria and ARES. Aligned with KICD objectives. Developed by SeaVuria; technical implementation by ARES (with AI assistance from Claude). Licensed under </a:t>
            </a:r>
            <a:pPr indent="0" marL="0">
              <a:buNone/>
            </a:pPr>
            <a:r>
              <a:rPr lang="en-US" sz="900" u="sng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BY-NC 4.0</a:t>
            </a:r>
            <a:pPr indent="0" marL="0">
              <a:buNone/>
            </a:pPr>
            <a:r>
              <a:rPr lang="en-US" sz="900" dirty="0">
                <a:solidFill>
                  <a:srgbClr val="8FA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(https://creativecommons.org/licenses/by-nc/4.0/).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1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Observe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team is sampling the grass and weeds in a zone of the school field using a 1 m x 1 m quadrat. Why must they place the quadrat at random locations instead of where the grass looks nicest?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that every quadrat contains exactly the same number of plants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that the sample is not biased and represents the whole zone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that the counting is finished faster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that only the most common weed is counted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2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Observe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team places a 1 m x 1 m quadrat at 5 random spots in a sunny zone of the school field. The numbers of weed plants counted are 12, 8, 10, 15 and 5. What is the density of weeds in plants per m²?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plants per m²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plants per m²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plants per m²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plants per m²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3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Observe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a damp zone of the school field, the mean number of grass tufts is 6 per 1 m x 1 m quadrat. The zone has a total area of 200 m². What is the estimated total number of grass tufts in the zone?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 tufts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1200 tufts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 tufts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206 tufts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4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Explain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class uses quadrats to estimate that there are 1200 weed plants in a zone. Why is this number only an estimate?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Weeds cannot be counted accurately because they are too small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Quadrats can only be used on grass and not on weeds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area of the quadrat was not known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a small part of the zone was sampled and the result is assumed to represent the whole zone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5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Explain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 groups compare the mean plant density of two zones on the school field: 42 plants per m² in a damp zone near a tap and 6 plants per m² in a heavily trampled zone. Which claim is best supported by this evidence?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Trampling has been proved to be the only cause of the low density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distribution of plants is not uniform, because density was much higher in the damp zone than in the trampled zone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damp zone is healthier because more plants always means a healthier ecosystem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distribution of plants is uniform, because plants grow everywhere on the field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6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Explain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Along a Kenyan river, aquatic weeds and algae grow thickly in one stretch where fertiliser and sewage from nearby farms enter the water. Fish are fewer there. Which explanation fits best?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Fish are fewer only because they are old and have no food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 nutrients let algae and weeds boom, which can reduce oxygen in the water and harm the fish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weeds means more food and oxygen, so the fish there are healthier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weeds grow thickly only because the water is the same everywhere along the river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7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End of lesson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the school field, plant density is much lower on a heavily used footpath than beside a tap. Which is the best explanation?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Trampling and compacted soil damage plants and limit root growth, while the soil beside the tap has more water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Plants need no water, so the tap makes no difference to density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Seeds cannot grow anywhere that the soil is wet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Plants are spread evenly, so the difference must be due only to counting mistakes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done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31520" y="310896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9EE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your teacher how to submit your answers today (for example, on a paper answer slip).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Biology Grade 11 - Ecology - Lesson 4 Quick Check</dc:title>
  <dc:subject>PptxGenJS Presentation</dc:subject>
  <dc:creator>PptxGenJS</dc:creator>
  <cp:lastModifiedBy>PptxGenJS</cp:lastModifiedBy>
  <cp:revision>1</cp:revision>
  <dcterms:created xsi:type="dcterms:W3CDTF">2026-10-01T20:16:55Z</dcterms:created>
  <dcterms:modified xsi:type="dcterms:W3CDTF">2026-10-01T20:16:55Z</dcterms:modified>
</cp:coreProperties>
</file>