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ECOLOGY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Factors Affecting Population Size: Why Are the Fish Disappearing?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Ecology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sorted factors that could reduce fish numbers in a Kenyan river into 'living' and 'non-living'. Which choice correctly gives one biotic factor and one abiotic factor?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Biotic: water temperature; abiotic: disease and parasites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Biotic: drought lowering water level; abiotic: algae cover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Biotic: dissolved oxygen; abiotic: competition among tilapia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Biotic: Nile perch preying on small fish; abiotic: low dissolved oxygen in the water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reading about population growth and limiting factors, which statement best describes the carrying capacity of a river for tilapia?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maximum number of tilapia that the river's resources can support over time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tilapia that fishermen are allowed to catch each season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tilapia born in the river each year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different fish species living in the river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simulation, a group first runs a baseline with fish and food only. In trial 2 they add predators and change nothing else. The fish population ends lower than in the baseline. Why can they conclude that predators caused the drop?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graph in trial 2 has more lines than the graph in the baseline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predators are always the most important factor in any ecosystem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only one variable was changed, so the predators are the only difference between the trials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fish population was lower at the start of trial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PhET simulation, learners keep the fish but reduce the amount of food available. What do they most likely observe on the fish population graph?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population stops growing and falls to a lower level, because food is a limiting factor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population rises quickly, then the food increases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population keeps rising because there are no predators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population stays exactly the same as the baseline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river receives fertiliser and sewage from farms and homes upstream. Fish numbers fall while algae and weeds increase and the water smells bad. Which explanation best links these observations?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nutrients cause an algae boom. When the algae die and decompose, dissolved oxygen falls and fish cannot survive.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cover lets more light reach the bottom of the river, which makes the fish leave.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are poisonous, so they kill the fish directly as soon as they appear.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nutrients give the fish more food, so the fish grow old and die in large numbers.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Tilapia in a dam breed every few months, yet their population stops increasing at about 5 000 fish and stays near that number. What is the best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tilapia choose to stop breeding when the dam looks full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 factors such as food, oxygen and space prevent the population from growing beyond what the dam can support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size can only grow until it reaches 5 000 in any water body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Predators are the only factor that can control a population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are adding human activities to their river ecosystem model and linking them to nutrient input. Which human activity should they connect to extra nutrients in the water?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Nile perch preying on small fish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Drought lowering the water level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Tilapia competing for food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Fertiliser from farms and untreated sewage washing into the river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Ecology - Lesson 7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