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Who Lives Where? Habitat Classification and Adaptations in a Kenyan River and Beyond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Mangrove trees grow in the salty mud at Mida Creek near Mombasa. Which habitat group do mangroves belong to?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Xerophytes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Mesophytes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Halophytes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Hydrophytes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Euphorbia in dry Turkana has a thick, fleshy stem covered with a waxy layer. How does this waxy layer help it survive?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removes extra salt from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the plant take in dissolved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reduces the amount of water lost from the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the plant float on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hyacinth on Lake Victoria has leaves with large air spaces inside. What is the main use of these air spaces?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help the leaves float at the water surface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water for the dry season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the plant lose water quickly in hot weather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the plant breathe through gills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tilapia not live in a desert?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grow thick fur for the cold desert nights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hump that stores too much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Desert air has too much oxygen for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gills only work in water, where they take in dissolved oxygen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Kenyan river once had many fish, but now has much algae and many weeds and sometimes smells bad. Which explanation best fits what the class learned about habitats and adaptations?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are xerophytes, so they grow best when the river dries up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are old and the algae grow because the fish have stopped eating them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have no food, so the algae and weeds have taken over the river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Nutrient-rich, warm water favours algae and weeds. When they die and decay, they use up dissolved oxygen, which harms fish that breathe with gills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camel in Marsabit has a hump and can go for long periods without drinking. How did camels come to have these adaptations?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desert heat changes the body of every young camel into a desert type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Camels with helpful features survived and passed them on over many generations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Camels chose to develop a hump when they entered the desert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camel grew a hump during its life because it needed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 of the river, a learner draws the arrow 'Nutrients → algae → less oxygen → fish?' and puts a question mark at the end. Why is the question mark used?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fish do not need oxygen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this is only a possible link until there is evidence to support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arrows must always end with a question mark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algae are not found in rivers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2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