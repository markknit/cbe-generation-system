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Final Explanation: Controlled Growth, Metamorphosis and Survival in Kenyan Insects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3.2: Growth and Development in Animals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graph shows the body length of a grasshopper nymph over time. The line rises sharply at some points and stays flat between them. What best explains the flat sections?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stops eating and starts to shrink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has become an adult and has stopped moulting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exoskeleton cannot stretch, so the nymph cannot grow bigger until it moults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Hormones are completely absent from the body during these times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one step (moult) phase, a grasshopper nymph grows from 14 mm on Day 10 to 20 mm on Day 13. Using growth rate = change in length ÷ time taken, what is its growth rate in this phase?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mm per day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mm per day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 mm per day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mm per day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caterpillar, which statement about ecdysone and juvenile hormone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Juvenile hormone triggers moulting, and ecdysone keeps the insect in the larval form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hormones stop the caterpillar from moulting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Ecdysone makes the exoskeleton stretch so no moulting is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Ecdysone triggers moulting, and a high level of juvenile hormone makes the moult produce another larval stage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correctly matches each insect with its life-cycle stages?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Butterfly: egg, larva, pupa, adult. Grasshopper: egg, larva, pupa, adult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Butterfly: egg, nymph, adult. Grasshopper: egg, nymph, adult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Butterfly: egg, nymph, adult. Grasshopper: egg, larva, pupa, adult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Butterfly: egg, larva, pupa, adult. Grasshopper: egg, nymph, adult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caterpillar eats sukuma wiki leaves, while the adult butterfly drinks nectar from flowers. How does this difference help the species survive?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larva and the adult do not compete for the same food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can use nectar when leaves run out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the butterfly avoid growing and moulting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butterfly no longer needs any food after the pupa stage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finds an empty, split insect skin on a maize leaf beside a larger grasshopper. Which statement is the best scientific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grasshopper peeled its skin like sunburned skin because it was damaged by the sun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grasshopper melted inside its skin and rebuilt a new body without any control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grasshopper shed its old rigid exoskeleton during moulting, triggered by ecdysone, and a new larger exoskeleton replaced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skin split because the grasshopper stretched it smoothly as it grew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Driving Question Board sorting, which question can the class place under 'Answered (with evidence)' using evidence from this unit?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growth curve of an insect have steps instead of a smooth line?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might human pesticides disrupt hormonal pathways in agricultural pests?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other animals, such as crabs in Mombasa, moult like insects?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new chemicals could block ecdysone in crop pests?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their Day 1 versus Final comparison, a learner writes about why a calf and a grasshopper nymph grow differently. Which statement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animal needs hormones to control growth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calf grows in a sigmoid (S-shaped) pattern without an exoskeleton limit, while an insect grows in steps because its exoskeleton must be replaced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calf grows in steps and an insect grows smoothly because insects are smaller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grow in steps because both have a hard exoskeleton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Animals - Lesson 6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