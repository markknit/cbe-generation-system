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GROWTH AND DEVELOPMENT IN ANIMALS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1: The Empty Skin on the Maize Leaf: Two Ways Insects Grow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3.2: Growth and Development in Animals   |   Lesson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finds an empty, split insect skin on a maize leaf. A larger grasshopper is hanging beside it. Which statement describes what the learner OBSERVED?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insect peeled off its skin like sunburnt skin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skin stretched until it became the larger insect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insect melted and rebuilt itself inside the skin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empty skin is smaller than the insect beside 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lesson, learners are asked to write a prediction about the empty skin. At this point, before the observation stations, which response best fits the teacher's instructions for ideas such as 'it peels like sunburn'?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learner at once that the idea is wrong and give the correct explanation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idea in the learner's own words without correcting it, and test it later with evidence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 the idea and move on to the next learner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the idea from the board because it is not scientific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observation stations, learners study a housefly in its stages: maggot (larva), a motionless puparium (pupa) and an adult fly. Which stage sequence did they sort for the housefly?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Egg, larva, pupa, adult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Egg, pupa, larva, adult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Egg, nymph, nymph, adult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Larva, egg, adult, pupa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watch a young grasshopper nymph with a hand lens and compare it with an adult grasshopper. Which observation did the lesson lead them to record?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nymph looks like a small adult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nymph has no legs, like a maggot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nymph is a motionless resting stage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nymph looks nothing like the adult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sorts cards for a grasshopper and puts a pupa card between the nymph and adult cards. Which question should the teacher ask, as in the lesson?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did you get this wrong?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evidence made you put this card here?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in the group made this mistake?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copy the answer from another group?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has these observations: the housefly has a motionless pupa stage, but the grasshopper has no pupa stage. Which claim do these observations best support?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insects grow smoothly without changing shape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Insects follow two developmental pathways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insects have exactly four life stages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Insects grow by peeling like sunburnt skin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stages are in the life cycle of a grasshopper (incomplete metamorphosis), and how many are in the life cycle of a housefly (complete metamorphosis)?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Grasshopper 3 stages, housefly 4 stages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Grasshopper 4 stages, housefly 4 stages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Grasshopper 3 stages, housefly 3 stages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Grasshopper 4 stages, housefly 3 stages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question about the empty skin is the best kind of question to post on the Driving Question Board (DQB)?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skin on a maize leaf?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insect leave the skin?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skin crunchy?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an insect become bigger than its old hard skin?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9 OF 9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End of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end of the lesson, which question is still NOT explained and is left for the next lessons?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insect has a larva stage?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stages does a grasshopper have?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a grasshopper grow in sudden jumps instead of a little each day?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 housefly have a pupa stage?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Growth and Development in Animals - Lesson 1 Quick Check</dc:title>
  <dc:subject>PptxGenJS Presentation</dc:subject>
  <dc:creator>PptxGenJS</dc:creator>
  <cp:lastModifiedBy>PptxGenJS</cp:lastModifiedBy>
  <cp:revision>1</cp:revision>
  <dcterms:created xsi:type="dcterms:W3CDTF">2026-10-05T03:57:29Z</dcterms:created>
  <dcterms:modified xsi:type="dcterms:W3CDTF">2026-10-05T03:57:29Z</dcterms:modified>
</cp:coreProperties>
</file>