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GROWTH AND DEVELOPMENT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5: The Chemical Switch: How Juvenile Hormone Decides Whether an Insect Stays Young or Becomes an Adult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3.2: Growth and Development in Animals   |   Lesson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says: "A caterpillar just melts inside the pupa and rebuilds itself without any control." Which fact best challenges this idea?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Caterpillars of one species always become the same kind of butterfly, which suggests the changes are controlled by chemical signals in the body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Caterpillars shed their skin, and the shed skin controls the next stage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Pupae are always found on maize leaves, so the leaf controls the change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Caterpillars stop eating when they become pupae, so nothing is happening inside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correctly describes the roles of the two hormones in insect growth?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Ecdysone and JH both cause moulting, but neither affects the stage that follows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Ecdysone triggers moulting and the level of JH decides the type of moult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 triggers moulting and ecdysone decides the type of moult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 is released by the prothoracic gland and it makes the insect stop moulting forever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locust nymph in Turkana is about to moult. At this moult its Juvenile Hormone (JH) level is high. What will most likely result from the moult?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pupa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moult will take place because JH stops moulting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grown adult locust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Another, larger nymph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butterfly caterpillar has finished growing and its JH level starts to fall. What does the falling JH cause at the next moults?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caterpillar becomes a pupa, and later an adult butterfly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caterpillar changes straight into an adult without a pupa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caterpillar stops producing ecdysone and never moults again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caterpillar moults into a bigger caterpillar again and again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grasshopper have no pupa stage?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Grasshopper nymphs have no exoskeleton, so they do not need a pupa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Grasshoppers keep their JH level high for their whole life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incomplete metamorphosis: when JH falls, the last nymph moults directly into an adult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Grasshoppers do not make ecdysone, so they cannot moult into a pupa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Scientists add extra JH to a caterpillar in its final larval stage, when JH would normally fall. What is the most likely result?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becomes an adult butterfly at once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becomes a pupa earlier than normal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an extra larval stage, or a very large larva, instead of becoming a pupa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changes, because only ecdysone affects the type of moult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newly emerged grasshopper is larger than the empty exuvia (old skin) it left behind. Which explanation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exoskeleton stretches smoothly as the grasshopper grows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skin peeled off like sunburnt skin and the grasshopper grew bigger afterwards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grasshopper's body expands before its new cuticle hardens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skin shrank after it was shed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Growth and Development in Animals - Lesson 5 Quick Check</dc:title>
  <dc:subject>PptxGenJS Presentation</dc:subject>
  <dc:creator>PptxGenJS</dc:creator>
  <cp:lastModifiedBy>PptxGenJS</cp:lastModifiedBy>
  <cp:revision>1</cp:revision>
  <dcterms:created xsi:type="dcterms:W3CDTF">2026-10-01T20:16:55Z</dcterms:created>
  <dcterms:modified xsi:type="dcterms:W3CDTF">2026-10-01T20:16:55Z</dcterms:modified>
</cp:coreProperties>
</file>