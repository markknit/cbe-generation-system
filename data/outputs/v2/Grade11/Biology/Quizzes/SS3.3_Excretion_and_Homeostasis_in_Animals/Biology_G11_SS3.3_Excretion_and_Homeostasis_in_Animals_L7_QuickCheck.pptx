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7: Putting It All Together: Final Explanation of How Animals Keep a Balanced Internal Environment and Remove Toxic Wastes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7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Predict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in Kajiado is kept without water for a whole day on a hot afternoon. What is the most likely result?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urine becomes more dilute because the kidney stops working to save energy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urine stays the same because goats only control water by drinking less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blood water level rises because the body makes extra water from urine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urine becomes more concentrated because ADH makes the kidney reabsorb more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Learners cut open a goat kidney and review how a nephron works. Which statement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loop of Henle collects urine and carries it to the bladder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glomerulus reabsorbs water and the tubule filters the blood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pelvis filters the blood and the cortex stores the urine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glomerulus filters the blood and the tubule reabsorbs useful substances such as water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row correctly matches the animal to its main nitrogenous waste?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fish: uric acid; mammals: ammonia; insects: urea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fish: ammonia; mammals: uric acid; insects and birds: urea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fish: ammonia; mammals: urea; insects and birds: uric acid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Freshwater fish: urea; mammals: uric acid; birds: ammonia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tilapia from Lake Victoria produces large amounts of dilute urine. What is the best explanation?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makes dilute urine because it does not need to excrete nitrogenous wastes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Water enters its body by osmosis, so its kidneys remove the excess water as dilute urine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body is saltier than the lake water, so it loses water by osmosis and must make dilute urine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drinks a lot of lake water and must remove the extra salt in urine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hot afternoon a dog pants with its tongue hanging out, while a lizard sits still on a warm rock. Which statement is correct?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Panting and basking both make the animals produce more urine to lose heat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Panting warms the dog's body, and the lizard stays still because it makes its own body heat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Panting mainly removes nitrogenous waste from the dog, and the lizard cannot control its temperature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Panting increases evaporation to cool the dog, and the lizard controls its temperature by behaviour such as basking or moving to shade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a meal rich in sugar, a person's blood glucose rises above the set point. Which sequence shows negative feedback?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Insulin is released, blood glucose rises further, and the pancreas stops working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Glucagon is released, the liver releases more glucose, and blood glucose rises even further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Insulin is released, cells and the liver take up glucose, and blood glucose falls back towards the set point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kidney makes ADH, and blood glucose returns to the set point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DQB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passes very large volumes of dilute urine because the body does not make or respond to enough ADH. What explains this?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produces too much urea, which pulls water into the urine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skin reabsorbs water and stops sweating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glomerulus filters too little blood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kidney tubules reabsorb too little water, so more water is lost in urine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8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learners add the liver to their final model to show where wastes come from, which statement is correct?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makes ADH, which turns ammonia into uric acid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filters blood in nephrons and forms urine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makes sweat, which carries urea out through the skin only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liver removes the amino group from excess amino acids (deamination) and forms urea, which the kidneys excrete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9 OF 9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End of lesson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statement best explains why excretion and homeostasis are important for the survival of body cells?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Excretion adds water to cells, and homeostasis makes the external environment stable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Excretion and homeostasis are only needed when an animal is ill or in a hot place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Excretion keeps the body temperature steady, and homeostasis removes urea from the blood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Excretion removes toxic metabolic wastes from cells, and homeostasis keeps conditions such as temperature and water level steady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7 Quick Check</dc:title>
  <dc:subject>PptxGenJS Presentation</dc:subject>
  <dc:creator>PptxGenJS</dc:creator>
  <cp:lastModifiedBy>PptxGenJS</cp:lastModifiedBy>
  <cp:revision>1</cp:revision>
  <dcterms:created xsi:type="dcterms:W3CDTF">2026-10-01T20:16:55Z</dcterms:created>
  <dcterms:modified xsi:type="dcterms:W3CDTF">2026-10-01T20:16:55Z</dcterms:modified>
</cp:coreProperties>
</file>