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AND HOMEOSTASIS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Inside the Goat Kidney: Cortex, Medulla, Pelvis and Nephrons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3.3: Excretion and Homeostasis in Animals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predicts that a goat's kidney is just a hollow bag that stores urine. Which action would best test this prediction?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the kidney and compare it with the weight of a full bladder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kidney lengthwise and observe the inside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only at the colour of the outside of the kidney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length of the kidney from top to bottom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 kidney is cut lengthwise. Which region is the darker outer part with a fine, grainy texture?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pelvis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Medulla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hilum of a kidney, which pair correctly names the vessel that brings blood to the kidney and the tube that carries urine away from 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vein brings blood; ureter carries urine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artery brings blood; ureter carries urine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Ureter brings blood; renal artery carries urine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artery brings blood; renal vein carries urine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cut goat kidney, the funnel-shaped hollow space leads into the ureter. What is the main job of this region, the renal pelvis?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collects urine and funnels it into the ureter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urine for many hours until the goat urinates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urine by filtering blood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brings blood into the kidney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granular dots can be seen in the cortex of a kidney with a hand lens. What is the nephron?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fatty layer that covers the outside of the kidney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microscopic functional unit of the kidney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funnel-shaped space where urine collects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tube that carries urine from the kidney to the bladder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 and a freshwater fish live in the same hot area. Which statement best links kidney structure to what each animal does with water?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goat makes concentrated urine because its pelvis makes urine, while the fish has no kidney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goat's kidney has no medulla, so it makes dilute urine, while the fish's kidney makes concentrated urine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animals make the same urine because all kidneys have the same 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goat's kidney has a well-developed medulla that helps it make concentrated urine, while the fish's kidney mainly gets rid of excess water as dilute urine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order correctly traces the path of fluid through the regions of a kidney, from where it is filtered to where it leaves?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Cortex, medulla, pelvis, ureter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Medulla, cortex, ureter, pelvis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Pelvis, medulla, cortex, ureter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Cortex, pelvis, medulla, ureter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and Homeostasis in Animals - Lesson 2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