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EXCRETION AND HOMEOSTASIS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Liver and Skin: Hidden Waste Processors Behind the Hot Afternoon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3.3: Excretion and Homeostasis in Animals   |   Lesson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microscope, liver tissue shows wide, thin-walled sinusoids running between rows of hepatocytes (liver cells). What does this structure allow?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Sweat to be made in the liver and carried to the skin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to pass the hepatocytes, so wastes and other substances can move easily between blood and liver cells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to bypass the hepatocytes so that they are protected from wastes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Urine to collect between the liver cells before it leaves the body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section of human skin shows a coiled sweat gland surrounded by many blood capillaries. Why are the capillaries important to the sweat gland?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make urea from amino acids inside the skin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store the sweat until the body needs 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carry sweat directly out of the pore onto the skin surface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bring blood to the gland, which supplies the water, salts and a little urea that make up sweat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goat eats dry grass that is rich in protein. Some amino acids are in excess of what the body needs. What happens to these excess amino acids in the liver?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changed directly into bile and sent to the intestine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lose their amino group in deamination, which forms ammonia and then urea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filtered out unchanged by the liver and stored as urine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changed into sweat and lost through the skin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red blood cells are broken down in the body. The pigment bilirubin from the haemoglobin is removed by the liver. Where does this bilirubin go?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goes into the blood and is removed by the kidney as urea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lost through the sweat glands in sweat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excreted in bile, which passes into the intestine and leaves with the faeces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stored permanently in the hepatocytes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cirrhosis, scar tissue damages hepatocytes and reduces blood flow through the liver. Which result is expected?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kidneys start to make bilirubin to replace the liver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urea and less bilirubin in the blood, because the liver makes more bile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Urea and bilirubin build up in the blood, and the skin and eyes may turn yellow (jaundice)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skin makes more sweat, which removes all the wastes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hot afternoon, a human and a horse lose heat by sweating, while a dog pants. Which statement best explains why the dog pants?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dog has no blood capillaries near the skin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dog pants to make more bile for digestion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dog has few sweat glands, so it loses heat by evaporation from its tongue and mouth instead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dog makes sweat that is only urea, which cannot cool the body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goat's urine contains urea. Which sequence correctly shows where the urea comes from and how it leaves the body?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Amino acids go to the liver, where urea is made, and then the blood carries it to the kidney, which removes it in urine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Amino acids go to the kidney, where urea is made, and then to the liver, which removes it in urine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Amino acids go to the skin, where urea is made, and then to the kidney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Haemoglobin goes to the liver, where urea is made, and then to the intestine as bile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Excretion and Homeostasis in Animals - Lesson 4 Quick Check</dc:title>
  <dc:subject>PptxGenJS Presentation</dc:subject>
  <dc:creator>PptxGenJS</dc:creator>
  <cp:lastModifiedBy>PptxGenJS</cp:lastModifiedBy>
  <cp:revision>1</cp:revision>
  <dcterms:created xsi:type="dcterms:W3CDTF">2026-10-02T04:54:43Z</dcterms:created>
  <dcterms:modified xsi:type="dcterms:W3CDTF">2026-10-02T04:54:43Z</dcterms:modified>
</cp:coreProperties>
</file>