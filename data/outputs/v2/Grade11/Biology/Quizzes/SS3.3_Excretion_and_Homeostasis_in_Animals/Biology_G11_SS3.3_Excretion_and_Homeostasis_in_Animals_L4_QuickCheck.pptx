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creativecommons.org/licenses/by-nc/4.0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BIOLOGY — GRADE 11  |  EXCRETION AND HOMEOSTASIS IN ANIMALS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96596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88036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4: Liver and Skin: Hidden Waste Processors Behind the Hot Afternoon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multiple-choice questions  •  choose A, B, C or 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Sub-Strand 3.3: Excretion and Homeostasis in Animals   |   Lesson 4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576072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SeaVuria and ARES. Aligned with KICD objectives. Developed by SeaVuria; technical implementation by ARES (with AI assistance from Claude). Licensed under </a:t>
            </a:r>
            <a:pPr indent="0" marL="0">
              <a:buNone/>
            </a:pPr>
            <a:r>
              <a:rPr lang="en-US" sz="900" u="sng" dirty="0">
                <a:solidFill>
                  <a:srgbClr val="AFC8E8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BY-NC 4.0</a:t>
            </a:r>
            <a:pPr indent="0" marL="0">
              <a:buNone/>
            </a:pPr>
            <a:r>
              <a:rPr lang="en-US" sz="900" dirty="0">
                <a:solidFill>
                  <a:srgbClr val="8FA8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(https://creativecommons.org/licenses/by-nc/4.0/).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microscope, liver tissue shows wide, thin-walled sinusoids running between rows of hepatocytes (liver cells). What does this structure allow?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Sweat to be made in the liver and carried to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to pass the hepatocytes, so wastes and other substances can move easily between blood and liver cells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Blood to bypass the hepatocytes so that they are protected from wastes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Urine to collect between the liver cells before it leaves the body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section of human skin shows a coiled sweat gland surrounded by many blood capillaries. Why are the capillaries important to the sweat gland?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make urea from amino acids inside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store the sweat until the body needs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carry sweat directly out of the pore onto the skin surface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bring blood to the gland, which supplies the water, salts and a little urea that make up sweat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Observe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 eats dry grass that is rich in protein. Some amino acids are in excess of what the body needs. What happens to these excess amino acids in the liver?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changed directly into bile and sent to the intestine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lose their amino group in deamination, which forms ammonia and then urea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filtered out unchanged by the liver and stored as urine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are changed into sweat and lost through the skin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red blood cells are broken down in the body. The pigment bilirubin from the haemoglobin is removed by the liver. Where does this bilirubin go?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goes into the blood and is removed by the kidney as urea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lost through the sweat glands in sweat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excreted in bile, which passes into the intestine and leaves with the faeces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stored permanently in the hepatocytes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5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cirrhosis, scar tissue damages hepatocytes and reduces blood flow through the liver. Which result is expected?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kidneys start to make bilirubin to replace the liver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urea and less bilirubin in the blood, because the liver makes more bile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Urea and bilirubin build up in the blood, and the skin and eyes may turn yellow (jaundice)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skin makes more sweat, which removes all the wastes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6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Explain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a hot afternoon, a human and a horse lose heat by sweating, while a dog pants. Which statement best explains why the dog pants?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has no blood capillaries near the skin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pants to make more bile for digestion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has few sweat glands, so it loses heat by evaporation from its tongue and mouth instead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dog makes sweat that is only urea, which cannot cool the body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6A4C9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7 OF 7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138160" y="320040"/>
            <a:ext cx="3474720" cy="365760"/>
          </a:xfrm>
          <a:prstGeom prst="roundRect">
            <a:avLst>
              <a:gd name="adj" fmla="val 15000"/>
            </a:avLst>
          </a:prstGeom>
          <a:solidFill>
            <a:srgbClr val="5A3F80"/>
          </a:solidFill>
          <a:ln/>
        </p:spPr>
      </p:sp>
      <p:sp>
        <p:nvSpPr>
          <p:cNvPr id="4" name="Text 2"/>
          <p:cNvSpPr/>
          <p:nvPr/>
        </p:nvSpPr>
        <p:spPr>
          <a:xfrm>
            <a:off x="8138160" y="320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E0D6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after: Model Building phase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1064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goat's urine contains urea. Which sequence correctly shows where the urea comes from and how it leaves the body?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731520" y="23317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3317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liver, where urea is made, and then the blood carries it to the kidney, which removes it in urine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32461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2461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32461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kidney, where urea is made, and then to the liver, which removes it in urine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41605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41605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41605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Amino acids go to the skin, where urea is made, and then to the kidney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5074920"/>
            <a:ext cx="10698480" cy="777240"/>
          </a:xfrm>
          <a:prstGeom prst="roundRect">
            <a:avLst>
              <a:gd name="adj" fmla="val 9412"/>
            </a:avLst>
          </a:prstGeom>
          <a:solidFill>
            <a:srgbClr val="7C5CAA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50749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554480" y="5074920"/>
            <a:ext cx="9692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Haemoglobin goes to the liver, where urea is made, and then to the intestine as bile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B8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9456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done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31089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your teacher how to submit your answers today (for example, on a paper answer slip).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Biology Grade 11 - Excretion and Homeostasis in Animals - Lesson 4 Quick Check</dc:title>
  <dc:subject>PptxGenJS Presentation</dc:subject>
  <dc:creator>PptxGenJS</dc:creator>
  <cp:lastModifiedBy>PptxGenJS</cp:lastModifiedBy>
  <cp:revision>1</cp:revision>
  <dcterms:created xsi:type="dcterms:W3CDTF">2026-10-05T03:57:29Z</dcterms:created>
  <dcterms:modified xsi:type="dcterms:W3CDTF">2026-10-05T03:57:29Z</dcterms:modified>
</cp:coreProperties>
</file>