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Following the Fluid: How the Nephron Filters Blood and Makes Urine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flows into the glomerulus in a mammalian kidney. In which part of the nephron does ultrafiltration take place?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Proximal convoluted tubule, where glucose is taken back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duct, where ADH controls water movement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of Henle, where the medulla is made concentrated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Glomerulus and Bowman's capsule, where fluid is pushed out of the blood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cells and large proteins are found in the blood entering the glomerulus but not in the glomerular filtrate.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too large to pass through the filtering membrane under pressure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secreted into the distal tubule and leave in urine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broken down by ADH inside Bowman's capsule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filtered out first but are reabsorbed in the proximal tubule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healthy person eats ugali and their blood glucose rises. Glucose is filtered into the nephron, yet none is found in the urine. What happens to the glucose?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carried to the bladder but is too dilute to detect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all reabsorbed into the blood in the proximal tubule using carrier proteins and energy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changed into urea in the loop of Henle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destroyed in Bowman's capsule before reaching the tubule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'Follow the Fluid' table, urea is present in the glomerular filtrate and is much more concentrated in urine. Why is urea more concentrated in urine than in the filtrate?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reabsorbed along the nephron, but most urea stays in the tubule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 is reabsorbed into the blood faster than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 changes the water into urea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urea is made in the collecting duct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day a goat loses water through sweating and has not drunk much. Its brain releases more ADH. What does this cause in the kidney?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proximal tubule stops reabsorbing glucose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collecting duct reabsorbs less water, so a large volume of dilute urine is produced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more proteins into Bowman's capsule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collecting duct reabsorbs more water, so a small volume of concentrated urine is produced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freshwater fish takes in a lot of water by osmosis through its body surface. Which description of its kidney activity fits its dilute urine?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excretes the excess water as a large volume of dilute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filtering blood so that no water enters the nephron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urine only when it is out of the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reabsorbs almost all the water, so the urine is concentrated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contrasts ultrafiltration with selective reabsorption in the nephron?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is pressure-driven and depends on size, while selective reabsorption returns useful substances using carrier proteins and energy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uses carrier proteins and energy, while selective reabsorption is driven by blood pressure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happens in the collecting duct, while selective reabsorption happens in the glomerulus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processes are driven only by blood pressure and work in the same part of the nephron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3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