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EXCRETION AND HOMEOSTASIS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Same Hot Afternoon, Different Bodies: Launching the Excretion and Homeostasis Puzzle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3.3: Excretion and Homeostasis in Animals   |   Lesson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compared tilapia from Lake Victoria with other animals in their group tables. What is the main nitrogenous waste of a freshwater fish such as tilapia?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Freshwater fish do not make any nitrogenous waste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Uric acid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Ammonia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Urea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locust and a housefly are insects. Which structures do they use to remove nitrogenous waste from the body?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Kidneys only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Lungs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Malpighian tubules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Gills with chloride cells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white, paste-like part of a chicken's droppings is mainly which substance?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Uric acid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Urea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Ammonia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Undigested food (egested waste)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compared animals that must save water with animals that have plenty of water. Which pair of statements matches the pattern in their tables?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 that must save water make ammonia in lots of dilute urine, and animals with plenty of water make uric acid paste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animals make the same waste and use the same amount of water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 with plenty of water make uric acid, and animals that save water make ammonia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 that must save water make uric acid paste using very little water, and animals with plenty of water make ammonia in dilute urine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correctly compares the urine of freshwater fish and marine fish, as recorded in the group tables?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Freshwater fish produce very little concentrated urine, while marine fish produce large amounts of dilute urine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Freshwater fish produce large amounts of dilute urine, while marine fish produce very little concentrated urine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produce large amounts of dilute urine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freshwater fish nor marine fish produce urine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this lesson the class has data on fish, insects and birds. Which part of the hot-afternoon puzzle is still NOT yet explained, and is marked with a question mark on the class model?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nitrogenous waste freshwater fish such as tilapia make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white part of chicken droppings is a paste and not a liquid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goat that has been drinking water produces concentrated urine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structures insects use to remove waste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wrote questions on sticky notes for the Driving Question Board. Which question is the best 'how or why' question for investigating the goat in the puzzle?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goat an animal?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urine?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goats make concentrated urine even after they drink water?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animal that lives in Lake Victoria.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Excretion and Homeostasis in Animals - Lesson 1 Quick Check</dc:title>
  <dc:subject>PptxGenJS Presentation</dc:subject>
  <dc:creator>PptxGenJS</dc:creator>
  <cp:lastModifiedBy>PptxGenJS</cp:lastModifiedBy>
  <cp:revision>1</cp:revision>
  <dcterms:created xsi:type="dcterms:W3CDTF">2026-10-02T04:54:43Z</dcterms:created>
  <dcterms:modified xsi:type="dcterms:W3CDTF">2026-10-02T04:54:43Z</dcterms:modified>
</cp:coreProperties>
</file>