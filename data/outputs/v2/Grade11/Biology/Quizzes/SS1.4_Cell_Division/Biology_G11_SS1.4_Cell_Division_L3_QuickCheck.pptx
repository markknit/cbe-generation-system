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Types of Cell Division: Mitosis and Its Stages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skin cell in a growing child has 4 chromosomes. It divides by mitosis into two new cells. How many chromosomes will each new cell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different number in each cell, because new cells get new instructions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chromosomes, because the chromosomes are split in half between the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chromosomes, the same as the original cell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chromosomes, because each new cell makes extra instructions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studying a dividing onion root tip cell see the chromosomes lined up along the middle (equator) of the cell. Which stage of mitosis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dividing cell, the chromosomes have reached opposite ends of the cell and two new nuclei are forming. Which stage of mitosis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Metaphase, because the chromosomes are in an ordered position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Telophase, because two new nuclei form around the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Anaphase, because the chromosomes are moving apart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because the chromosomes are visible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newborn baby weighing 3 kg grows into a teenager of 50 kg. Which statement best explains how mitosis helps this child grow?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only get bigger, so mitosis is not needed for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splits the chromosomes in half so each new cell gets only part of the instructions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copies and shares chromosomes accurately to make two daughter cells, so the number of cells increases and the body grows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makes new cells that are different from the parent cell so the body can have many cell types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in Kericho eats ugali, sukuma wiki and beans and grows taller. Which statement correctly links the food to the growth of new cells?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gives energy and building materials, but new cells are made when existing cells divide by mitosis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is not needed because mitosis makes new cells from nothing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makes the chromosomes inside cells change into new instructions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turns directly into new cells without any cell division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stages of mitosis in the correct order, followed by the division of the cytoplasm?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metaphase, telophase, anaphase, cytokinesis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Metaphase, prophase, anaphase, telophase, cytokinesis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metaphase, anaphase, telophase, cytokinesis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anaphase, metaphase, telophase, cytokinesis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draws a flow diagram of mitosis. After the two nuclei have formed, the last step shows the cell dividing into two separate daughter cells. What is this step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3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