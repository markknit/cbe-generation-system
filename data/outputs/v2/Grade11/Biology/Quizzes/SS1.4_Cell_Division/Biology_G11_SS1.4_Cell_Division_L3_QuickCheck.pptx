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CELL DIVISION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3: Types of Cell Division: Mitosis and Its Stages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1.4: Cell Division   |   Lesson 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skin cell in a growing child has 4 chromosomes. It divides by mitosis into two new cells. How many chromosomes will each new cell have?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different number in each cell, because new cells get new instructions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chromosomes, because the chromosomes are split in half between the cells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chromosomes, the same as the original cell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chromosomes, because each new cell makes extra instructions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Learners studying a dividing onion root tip cell see the chromosomes lined up along the middle (equator) of the cell. Which stage of mitosis is this?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Prophase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Telophase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Anaphase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Metaphase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dividing cell, the chromosomes have reached opposite ends of the cell and two new nuclei are forming. Which stage of mitosis is this?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Metaphase, because the chromosomes are in an ordered position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Telophase, because two new nuclei form around the chromosomes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Anaphase, because the chromosomes are moving apart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Prophase, because the chromosomes are visible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newborn baby weighing 3 kg grows into a teenager of 50 kg. Which statement best explains how mitosis helps this child grow?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Cells only get bigger, so mitosis is not needed for growth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Mitosis splits the chromosomes in half so each new cell gets only part of the instructions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Mitosis copies and shares chromosomes accurately to make two daughter cells, so the number of cells increases and the body grows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Mitosis makes new cells that are different from the parent cell so the body can have many cell types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child in Kericho eats ugali, sukuma wiki and beans and grows taller. Which statement correctly links the food to the growth of new cells?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gives energy and building materials, but new cells are made when existing cells divide by mitosis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is not needed because mitosis makes new cells from nothing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makes the chromosomes inside cells change into new instructions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turns directly into new cells without any cell division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DQB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list shows the stages of mitosis in the correct order, followed by the division of the cytoplasm?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Prophase, metaphase, telophase, anaphase, cytokinesis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Metaphase, prophase, anaphase, telophase, cytokinesis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Prophase, metaphase, anaphase, telophase, cytokinesis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Prophase, anaphase, metaphase, telophase, cytokinesis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 draws a flow diagram of mitosis. After the two nuclei have formed, the last step shows the cell dividing into two separate daughter cells. What is this step called?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Prophase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Anaphase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Cytokinesis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Telophase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Cell Division - Lesson 3 Quick Check</dc:title>
  <dc:subject>PptxGenJS Presentation</dc:subject>
  <dc:creator>PptxGenJS</dc:creator>
  <cp:lastModifiedBy>PptxGenJS</cp:lastModifiedBy>
  <cp:revision>1</cp:revision>
  <dcterms:created xsi:type="dcterms:W3CDTF">2026-10-05T03:57:29Z</dcterms:created>
  <dcterms:modified xsi:type="dcterms:W3CDTF">2026-10-05T03:57:29Z</dcterms:modified>
</cp:coreProperties>
</file>