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Cell Division? Meaning of Cell Division and the Structure of the Chromosome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compares printed pictures of a cell before and after division. Before division they count 1 cell, and after division they count 2 cells. Which conclusion is best supported by this evidence?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that we eat turns directly into new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existing cell divides to make new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only gets bigger and bigger without making new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cells are brought into the body from outside, one by one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growing child, one cell divides into 2 cells. Then each of those 2 cells divides once. How many cells are there after the second round of division?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builds a clay model of one cell dividing into two cells. They put a nucleus in the original cell. What must the two new cells receive so that they can work like the original cell?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extra food, because the new cells have no need for anything else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the genetic information (instructions) found in the nucleus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Nothing, because each new cell makes its own instructions from scratch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bigger cell size than the original cell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gives the meaning of cell division?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parent cell dividing to form new daughter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becoming bigger without changing in number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chromosomes joining to form one cell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being changed into new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chromosome has two identical arms that are joined together at one point. What is the name and job of the part where the arms are joined?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separate cell that makes the chromosome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membrane, which keeps the chromosome inside the cell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gene, which is a second chromosome inside the first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centromere, which holds the two chromatids together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chromosome is made of two identical arms joined at the centromere. What are these two identical arms called?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different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sister chromatids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centromeres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have 46 chromosomes in their cells and maize has 20. Which statement about chromosomes and DNA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are made of cells, and DNA is a type of chromosome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and DNA are two completely unrelated parts of a cell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Chromosomes contain DNA, and genes on the DNA carry the genetic information a new cell needs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humans have chromosomes, and maize has only DNA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2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