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CELL DIVISION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Meiosis and Its Stages: Why Do Sperm and Egg Cells Have 23 Chromosomes?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1.4: Cell Division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body cell has 46 chromosomes. Suppose a sperm cell and an egg cell each also had 46 chromosomes. How many chromosomes would the cell formed at fertilisation (the zygote) have?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meiosis I, which event happens in Anaphase I?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Chromosomes copy their DNA again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cell membrane splits to make four cells at once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Sister chromatids separate and move to opposite poles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Homologous chromosomes separate and move to opposite poles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describes Anaphase II of meiosis?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Chromosomes line up as pairs at the middle of the cell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Sister chromatids separate and move to opposite poles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Homologous chromosomes separate for the first time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Homologous chromosomes pair up and cross over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body cell with 46 chromosomes starts meiosis. What is found in each cell at the end of meiosis I (after Telophase I)?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chromosomes, each with one chromatid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chromosomes, each with two chromatids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chromosomes, each with two chromatids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chromosomes, each with one chromatid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sperm and egg cells each have 23 chromosomes instead of 46?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 halves the chromosome number, and fertilisation restores 46 in the zygote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 makes them, so they have the same number as body cells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23 because the zygote needs only 23 chromosomes to grow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46 chromosomes, and the extra 23 are thrown away after fertilisation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row correctly compares meiosis in the reproductive organs with mitosis in the muscle cells of a Kenyan runner?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Meiosis: one division, two identical cells with 46. Mitosis: two divisions, four different cells with 23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 and mitosis both give two identical cells with 46 chromosomes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Meiosis: two divisions, four genetically different cells with 23. Mitosis: one division, two identical cells with 46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Meiosis: two divisions, two identical cells with 46. Mitosis: one division, four cells with 23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model of the human life cycle, a zygote with 46 chromosomes grows into a teenager. Which process produces the billions of new body cells for this growth, and how many chromosomes does each new body cell have?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Mitosis, giving cells with 46 chromosomes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Fertilisation, giving cells with 92 chromosomes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Meiosis, giving cells with 23 chromosomes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Meiosis, giving cells with 46 chromosomes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Cell Division - Lesson 4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