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9: Consolidation and Digital Animations: Comparing Mitosis and Meiosis to Explain Growth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cell in a growing child's leg bone has 46 chromosomes. It divides by mitosis to help the child grow. How many chromosomes will each new cell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 because chromosomes are halved in every division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92, because the new cells add up the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 because each new cell gets half of the extra chromosomes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 because each new cell gets a full copy of the set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mitosis, at which stage do the sister chromatids pull apart and move to opposite poles of the cell?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Telophase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diploid (2n) cell in the testes of a bull divides by meiosis. What is produced at the end?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genetically different haploid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genetically different haploid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genetically identical diploid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genetically identical diploid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fertilised egg divides by mitosis. Every cell divides once in each round, and no cells die. How many cells will there be after 5 rounds of mitosis?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'A child grows because the ugali, beans and sukuma wiki we eat turn directly into new cells.' Which statement best corrects this idea?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supplies the chromosomes that are put into each new cell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supplies energy and raw materials, but new cells come from existing cells dividing by mitosis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makes the existing cells bigger, and that is the only way the body grows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is not needed because cells make everything they need by meiosis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girl falls and cuts her knee, and the cut heals after a few days. Which process makes the new skin cells that close the wound, and why?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Mitosis, because it makes identical diploid cells for growth and repair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Meiosis, because it halves the chromosome number to make skin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Mitosis, because it makes genetically different cells with crossing over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Meiosis, because it makes four new cells from each cell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makes a model of meiosis in a cow. A cow body cell has 60 chromosomes. How many chromosomes should their model show in each egg cell (gamete) at the end of meiosis?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chromosomes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chromosomes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chromosomes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9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