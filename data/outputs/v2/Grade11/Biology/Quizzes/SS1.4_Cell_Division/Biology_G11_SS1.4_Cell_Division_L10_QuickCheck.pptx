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CELL DIVISION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10: Final Model and Return to the Phenomenon: How Does the Body Make the Billions of New Cells Needed for Growth?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1.4: Cell Division   |   Lesson 10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baby of about 3 kg grows into a teenager of 50 kg. A student says, "Cells just get bigger as we eat ugali, githeri and sukuma wiki." Which statement best explains most of the growth?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number of cells increases because existing cells divide to make new cells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Food turns directly into new cells inside the body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Cells from the food we eat are absorbed and added to the body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Cells only get bigger, and their number stays the same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human muscle cell has 46 chromosomes. It divides by mitosis. What is produced?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cells, each with 23 chromosomes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cells, each with 23 chromosomes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cells, each with 46 chromosomes that are identical to the parent cell's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cells, each with 46 chromosomes but with different instructions from each other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zygote (1 cell) divides by mitosis. Every cell then divides once in each round, so the pattern is 1, 2, 4, 8, 16... How many cells are there after 5 rounds of division?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Yeast cells in mandazi dough and bacteria in milk both reproduce by dividing. Which statement correctly distinguishes budding from binary fission?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Budding splits a cell into two equal halves; binary fission forms a small outgrowth on the parent cell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Budding happens only in bacteria and binary fission happens only in yeast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budding and binary fission make four cells with half the chromosomes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Budding is an unequal division in which a small bud grows from a yeast cell and breaks off; binary fission splits a bacterium into two equal cells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a body cell divides by mitosis, its DNA is copied during interphase. Why is this important?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that food can be changed into new cells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that each daughter cell receives only half of the instructions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that the cell can become bigger before dividing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that each of the two daughter cells receives a full set of identical instructions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DQB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Banana plantlets are grown in a laboratory from one small piece of banana tissue. Which idea from cell division does this show?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Plants can only form from the joining of two gametes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piece of tissue grows bigger but its cells never divide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Cells from one piece of tissue can divide repeatedly by mitosis and form a whole new plant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Meiosis in the tissue makes many new plantlets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group's final model of how a child grows says, "Meiosis makes the new muscle and bone cells needed for growth." What correction should the group make?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Meiosis is correct, because it makes four identical body cells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happens only by cells getting bigger, so meiosis and mitosis should be removed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happens by binary fission, which makes the new muscle and bone cells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happens by mitosis; meiosis makes gametes with half the chromosome number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Cell Division - Lesson 10 Quick Check</dc:title>
  <dc:subject>PptxGenJS Presentation</dc:subject>
  <dc:creator>PptxGenJS</dc:creator>
  <cp:lastModifiedBy>PptxGenJS</cp:lastModifiedBy>
  <cp:revision>1</cp:revision>
  <dcterms:created xsi:type="dcterms:W3CDTF">2026-10-05T03:57:29Z</dcterms:created>
  <dcterms:modified xsi:type="dcterms:W3CDTF">2026-10-05T03:57:29Z</dcterms:modified>
</cp:coreProperties>
</file>