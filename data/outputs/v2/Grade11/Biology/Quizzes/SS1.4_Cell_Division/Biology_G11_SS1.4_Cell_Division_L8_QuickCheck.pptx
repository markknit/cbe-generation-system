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CELL DIVISION</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8: Why Cell Division Matters: From Baby to Teenager, and Bananas from a Test Tube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9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1.4: Cell Division   |   Lesson 8</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baby has a body mass of about 3 kg. The same person is 50 kg as a teenager. Which statement best explains what happened to the cells in the body?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cells only grew bigger, and their number stayed the same.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number of cells increased because existing cells divided to make new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food eaten turned directly into new cells without any cell dividing.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cells joined together to form larger cells.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human life starts as one fertilised egg cell. Suppose every cell divides into two cells each time, so the numbers go 1, 2, 4, 8, 16 ... How many cells are there after 10 rounds of division?</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512</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1024</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100</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footballer in Kakamega falls and gets a cut on his knee. After a few days the cut has healed. Which statement best explains how the skin repaired itself?</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Skin cells next to the cut divided by meiosis to make new skin cells.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Skin cells next to the cut divided by mitosis to make new, identical skin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food he ate changed directly into new skin.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skin cells next to the cut only became larger to fill the gap.</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Which type of cell division produces gametes (sex cells) for sexual reproduction and also leads to variation among offspring?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Mitosis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Meiosis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Binary fission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Tissue culture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tissue-cultured banana plantlet looks exactly like the parent banana plant it came from. What is the best reason?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plantlet was grown in the same soil as the parent plant.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cells were made by repeated mitosis, which produces genetically identical cells.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nutrient medium in the jar changes the plantlet to look like the parent.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cells were made by meiosis, which mixes the genes of both parents.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Tissue-cultured banana plants are all identical to the parent plant. A farmer in Meru worries about this. What is the most sensible concern?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plants will each divide by meiosis and become different from each other.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plants will not be able to grow roots.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plants cannot get their food from the nutrient medium.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Because the plants have the same genes, one disease could affect all of them.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Complete the sentence: 'Food supplies ___, and cell division supplies ___.'</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energy only; chromosomes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raw materials and energy; more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raw materials; bigger cells only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new cells; raw materials and energy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8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draws the tissue culture side panel of its model poster for tea plants from Kericho. Which order of steps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Hardening off, explant, callus, shoots, roots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Explant, roots, shoots, callus, hardening off</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Callus, explant, roots, shoots, hardening off</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Explant, callus, shoots, roots, hardening off</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9 OF 9</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cell that divides by mitosis, what happens to the chromosomes so that the two new cells are genetically identical to the parent cell?</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not copied, so one new cell gets all of them.</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halved, so each new cell gets half of the parent's chromosomes.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shared out randomly, so each new cell gets a different set.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chromosomes are copied, and each new cell receives a full set identical to the parent's.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Cell Division - Lesson 8 Quick Check</dc:title>
  <dc:subject>PptxGenJS Presentation</dc:subject>
  <dc:creator>PptxGenJS</dc:creator>
  <cp:lastModifiedBy>PptxGenJS</cp:lastModifiedBy>
  <cp:revision>1</cp:revision>
  <dcterms:created xsi:type="dcterms:W3CDTF">2026-10-05T03:57:29Z</dcterms:created>
  <dcterms:modified xsi:type="dcterms:W3CDTF">2026-10-05T03:57:29Z</dcterms:modified>
</cp:coreProperties>
</file>