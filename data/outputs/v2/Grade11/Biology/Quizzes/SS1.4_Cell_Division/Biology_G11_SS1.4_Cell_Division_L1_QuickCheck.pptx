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CELL DIVISION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From Newborn to Teenager: Where Do All the New Cells Come From?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1.4: Cell Division   |   Lesson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newborn baby in Kisumu weighs about 3 kg. By about 14 years the same child weighs 50 kg. How much body mass has the child gained?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kg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kg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kg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watching a time-lapse of a child growing up over 14 years, the teacher says: 'Record only what you SEE, not what you think.' Which of these is something a learner SEES?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in the child's bones are multiplying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 becomes taller and heavier, and the face and limbs change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child's cells are only getting bigger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is turning directly into new body parts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newborn has a mass of about 3 kg and a teenager has a mass of 50 kg or more. Which statement describes how the cells of the teenager's body compare with those of the newborn?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teenager has the same number of cells, and each cell is just much bigger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teenager's body is made of a very much larger number of cells than the newborn's body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baby is born with all the cells it will ever need, so the number never changes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teenager has fewer cells, but they are heavier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Gallery Walk, the teacher says: 'These are our starting models; we will test them.' What does this mean for the drawings the groups made?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drawings are first ideas that will be tested with evidence and improved in later lessons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already knows which drawing is correct and will mark the others wrong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drawings that look the same as most of the class will be kept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drawings are final and will not change for the rest of the unit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are writing questions for the Driving Question Board about how a 3 kg baby becomes a 50 kg teenager. Which question is the best one to post, because it can be investigated and goes beyond yes or no?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single cell become billions of cells?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child in the video grow taller?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growing good for you?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babies drink milk?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of Lesson 1, a class has watched a child grow and drawn initial models. Which of these questions can the class NOT yet answer with evidence from the lesson?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how many kilograms heavier is a 50 kg teenager than a 3 kg newborn?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child's height and appearance change in the time-lapse?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all the new cells come from, and how does each new cell get the right instructions?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child's body mass increase between infancy and adolescence?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Cell Division - Lesson 1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