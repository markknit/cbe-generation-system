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CELL DIVISION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6: Budding and Binary Fission: Making New Cells and Organisms from One Parent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1.4: Cell Division   |   Lesson 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yeast cell in dough can become millions of cells in a few hours. Which statement best explains how one yeast cell can produce a new organism?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male and a female yeast cell must be present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organism arises from one parent cell without fusion of sex cells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yeast cells must first fuse their sex cells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yeast cell must be fertilised by food such as sugar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rod-shaped bacterium reproduces by binary fission. Which sequence correctly shows what happens?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 splits in two, and only one daughter cell receives the chromosome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chromosome is copied, the cell lengthens, a dividing wall forms, and two equal cells result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bacterium fuses with another bacterium to form a new cell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bud grows on the cell, receives a copy of the nucleus and then breaks off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bacterium in contaminated water divides into two every 20 minutes. Assuming every cell keeps dividing, how many bacteria will there be after 2 hours?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is true for BOTH budding in yeast and binary fission in bacteria?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copy the genetic material before the cell divides, and the new organism comes from one parent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produce offspring that are genetically different from the parent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always produce two daughter cells of equal size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need the fusion of sex cells from two parents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child grows from 3 kg to 50 kg by cell division. How is this similar to, but different from, a bacterium dividing by binary fission?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both cases the cells divide, but in the child the new cells add to one body, while in a bacterium each new cell becomes a new organism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child's cells copy their genetic material before dividing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bacterium's division needs two parents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add cells to one body, so the cells stay joined together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a correct difference between budding in yeast and binary fission in bacteria?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involves sex cells, while binary fission does not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happens in bacteria, while binary fission happens in yeast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needs two parents, while binary fission needs one parent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Budding gives a smaller bud and a larger parent, while binary fission gives two equal cells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Bacteria that cause cholera and typhoid can multiply very quickly in unclean water. Why does boiling drinking water help prevent these diseases?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turns the bacteria into yeast cells that are harmless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allows the bacteria to fuse and become weaker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kills the bacteria, so they cannot divide and increase in number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Boiling makes the bacteria stop copying their DNA but they stay alive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Cell Division - Lesson 6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