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GROWTH AND DEVELOPMENT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7: Plant Hormones and Apical Dominance: What Coordinates Growth in Maize and Beans?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2.2: Growth and Development in Plants   |   Lesson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Wafula's Rosecoco beans with the shoot tip intact had 0 branches at Day 25. Beans with the tip removed at Day 20 had 3 lateral branches by Day 32. What is the best prediction for why removing the tip made the beans branch?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plant got more sunlight on the side buds after the tip was cut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the tip made the plant absorb more water from the soil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made in the shoot tip was stopping the side buds from growing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buds only grow when the plant is damaged and needs to heal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plant hormone is made in the shoot tip, promotes stem elongation and inhibits the growth of lateral buds?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Ethylene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Auxin (IAA)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Abscisic acid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Cytokinin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is completing a hormone table. Which hormone is the odd one out because it works as a gas and promotes fruit ripening?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Gibberellins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Cytokinin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Ethylene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Auxin (IAA)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Mr. Wafula's experiment, a bean plant with its shoot tip intact had 1 main stem and 0 branches at Day 25. A bean plant with the tip removed at Day 20 had 3 lateral branches by Day 32. Which Claim-Evidence-Reasoning statement is the strongest explanation?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plant with the tip removed was taller, so it grew more branches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grow after Day 30 in all beans, so the tip made no difference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Cytokinin is made in the shoot tip and stops branching, so there were 0 branches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Auxin from the shoot tip inhibits lateral buds; with the tip removed, 3 branches grew instead of 0, so the tip was the cause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had 8 healthy-looking bean seeds with hard seed coats that did not germinate. After scarification, 7 of the 8 germinated by Day 7. Which hormone idea best explains why the seeds were dormant before scarification and how they woke up?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Hormones played no part, because only the hard seed coat matters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Abscisic acid maintains dormancy, while gibberellins promote germination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Ethylene kept the seeds dormant and auxin made them germinate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Cytokinin maintains dormancy, while abscisic acid promotes germination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lesson, a learner says: 'Each plant hormone does only one job.' Which fact from this lesson shows that this idea is wrong?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Ethylene promotes fruit ripening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Gibberellins promote both seed germination and stem elongation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Cytokinins promote cell division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Abscisic acid maintains dormancy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are revising their Day 1 model of maize and beans. Which labelled arrow should they add to show apical dominance?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Abscisic acid from the lateral buds, promoting stem elongation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Gibberellins from the shoot tip, maintaining dormancy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Cytokinin from the shoot tip, inhibiting lateral buds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Auxin from the shoot tip, inhibiting lateral buds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Kitale cuts off the shoot tip of a bean plant and wants more side branches. Which hormone effect explains why this works?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the tip makes ethylene ripen the side buds into branches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the tip removes cytokinin, which allows the side buds to grow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tip, less auxin reaches the side buds, so they are no longer inhibited and can grow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the tip makes the plant produce more abscisic acid, which grows side buds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Growth and Development in Plants - Lesson 7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