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GROWTH AND DEVELOPMENT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6: Where Does a Maize or Bean Plant Grow? Measuring Growth and Regions of Growth in Seedlings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2.2: Growth and Development in Plants   |   Lesson 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in Nakuru plants maize and beans. A student predicts where a young root becomes longer. Which prediction best matches how growth in length happens in a root?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happens only at the part of the root closest to the seed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happens mainly in a region near the root tip, where cells divide and elongate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happens evenly along the whole length of the root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happens only in the oldest part of the root, far from the tip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mark a young bean root with ink every 5 mm starting from the tip, then return it to moist soil. After 48 hours they measure the distances between the marks. Which marks will have moved furthest apart?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marks will have moved apart by the same amount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marks in the oldest part of the root, furthest from the tip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None, because roots only grow in width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marks nearest the root tip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seedling investigation, why do learners mark the root at equal intervals (for example every 5 mm) from the tip?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 any change in the distance between marks shows which region has grown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 the ink dries faster on the root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 the root grows straighter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 the seedling grows faster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maize plant was 4 cm tall on day 7 and 32 cm tall on day 21. What was its average growth rate between day 7 and day 21?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cm per day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 cm per day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cm per day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cm per day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an S-shaped growth curve of a maize plant (height against time), what does the steep middle part show?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has stopped because the plant is mature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is rapid, with active cell division and photosynthesis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is slowing because resources are limited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seed is still using stored food and growth is slow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is writing a Claim-Evidence-Reasoning statement about where a root grows. Which of these is a piece of EVIDENCE?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in length is concentrated at the root tip.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plants grow in the same way.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happens because cells in the meristem divide and then elongate.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marks nearest the root tip moved 8 mm apart in 48 hours, while marks higher up stayed the same distance apart.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best defines growth in a plant?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change in the shape of the plant, with no change in size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temporary increase in size caused by a seed absorbing water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increase in height only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permanent increase in size and dry mass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plant can become thicker through secondary growth, and which tissue is responsible?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Bean, through the vascular cambium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Maize, through the vascular cambium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Maize, through the apical meristem at the shoot tip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Bean, through the apical meristem at the root tip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Growth and Development in Plants - Lesson 6 Quick Check</dc:title>
  <dc:subject>PptxGenJS Presentation</dc:subject>
  <dc:creator>PptxGenJS</dc:creator>
  <cp:lastModifiedBy>PptxGenJS</cp:lastModifiedBy>
  <cp:revision>1</cp:revision>
  <dcterms:created xsi:type="dcterms:W3CDTF">2026-10-02T04:54:43Z</dcterms:created>
  <dcterms:modified xsi:type="dcterms:W3CDTF">2026-10-02T04:54:43Z</dcterms:modified>
</cp:coreProperties>
</file>