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Germination: Conditions Necessary and Types (Hypogeal vs Epigeal) in Maize H614 and Rosecoco Beans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Wafula's healthy, non-dormant maize and bean seeds were planted in the same field after the same rain, but some still failed to germinate. Which set lists the conditions a healthy, non-dormant seed needs in order to germinate?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Water, oxygen and a suitable temperature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Oxygen, soil and fertiliser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Light, water and soil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Water, light and a suitable temperature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Fatuma set up four jars, each with 20 Rosecoco bean seeds: water + air + 25 °C; dry; no air (boiled cooled water with an oil layer); and wet but kept at 4 °C. Which of these was kept the SAME in all four jars so that the test was fair?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oxygen supply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temperature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water supply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seeds (20) and the seed variety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counting germinated Rosecoco bean seeds in a jar on Day 5. When should a seed be counted as GERMINATED?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first leaves open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seed coat becomes soft and swollen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radicle has come out of the seed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shoot appears above the soil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Fatuma's set-up, the jar with water at 25 °C but no air (boiled cooled water with an oil layer) had only 1 of 20 seeds germinate. In the jar with water, air and 25 °C, 18 of 20 germinated. What does this comparison show?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enough on its own for germination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is needed, because the embryo uses it in aerobic respiration to release energy for growth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is needed, because the oil layer blocked light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is not needed, because one seed still germinated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Mr. Wafula's farm, 6 bean seeds and 3 maize seeds failed to germinate in a low patch that was waterlogged after 25 mm of rain.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rain washed away the light the seeds needed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filled the soil pores, so the seeds got too little oxygen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soil became too cold for any seed to absorb water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seeds became dormant because they had too much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Rosecoco beans show epigeal germination, and the cotyledons are carried above the soil. Which part of the seedling makes this happen?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scutellum grows upwards out of the soil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coleoptile pierces the soil and lifts the cotyledons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hypocotyl elongates as an arch and pulls the cotyledons above the soil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radicle grows upwards to push the cotyledons out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time-lapse results, the bean radicle came out on Day 3 and the bean shoot appeared above the soil on Day 8 (emergence). How many days passed between germination and emergence in the bean?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days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days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4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