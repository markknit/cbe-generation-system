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GROWTH AND DEVELOPMENT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5: Primary and Secondary Growth: Why Does Maize Thicken but Not Make Wood?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2.2: Growth and Development in Plants   |   Lesson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Mr. Wafula's farm, a maize seedling grows taller each week. Which part of the plant is responsible for making the shoot longer?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vascular cambium in the stem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pith in the centre of the stem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bark around the stem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apical meristem at the shoot tip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looks at a stem section under a microscope. The vascular bundles are scattered through the stem and there is no ring of cambium. Which stem is most likely being viewed?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Rosecoco bean stem with rings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Grevillea robusta (silky oak)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Cypress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H614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stem section of Grevillea robusta, where is the vascular cambium found?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the bark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the xylem and the phloem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centre of the pith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epidermis only, away from the vascular tissues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year, the vascular cambium of a Grevillea tree divides. What does it add, and what is the result?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xylem outward and bark inward, making roots longer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phloem, so the stem stretches without making wood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xylem inward and secondary phloem outward, increasing girth and forming annual rings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xylem and primary phloem, making the tree taller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H614 has no vascular cambium and makes no wood, yet its stem widened from 6 mm to 22 mm. How can this be explained?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makes annual rings inside the stem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stem only looked wider because it was stretched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cambium is hidden and makes wood slowly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stem thickened by primary growth, through cell division and enlargement behind the apical meristem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width of a maize H614 stem was 6 mm on Day 14, 14 mm on Day 28 and 22 mm on Day 42. By how many millimetres did the stem widen between Day 14 and Day 42?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mm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mm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is revising its Day 1 model of how Rosecoco bean grows. Its stem was 2 mm, 4 mm and 6 mm wide on Days 14, 28 and 42. Which statement should it add?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bean stem is thin because it has no vascular bundles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bean stem has scattered bundles and no cambium, like maize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bean stem thickens a lot because its cambium is as active as in a Grevillea tree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bean stem has a cambium, but it is only slightly active at the base, so thickening is small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Growth and Development in Plants - Lesson 5 Quick Check</dc:title>
  <dc:subject>PptxGenJS Presentation</dc:subject>
  <dc:creator>PptxGenJS</dc:creator>
  <cp:lastModifiedBy>PptxGenJS</cp:lastModifiedBy>
  <cp:revision>1</cp:revision>
  <dcterms:created xsi:type="dcterms:W3CDTF">2026-10-05T03:57:29Z</dcterms:created>
  <dcterms:modified xsi:type="dcterms:W3CDTF">2026-10-05T03:57:29Z</dcterms:modified>
</cp:coreProperties>
</file>