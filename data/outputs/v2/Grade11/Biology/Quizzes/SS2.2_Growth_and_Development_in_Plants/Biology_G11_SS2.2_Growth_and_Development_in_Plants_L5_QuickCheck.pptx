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Primary and Secondary Growth: How Do Plants Show Growth?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2.2: Growth and Development in Plants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Kakamega watches young maize and bean seedlings after germination. Which parts of each seedling are mainly getting longer?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stem and root grow longer evenly, like an animal growing all over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bark between the xylem and phloem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tips of the shoot and the tips of the root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old leaves near the soil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views a low-power section of a young bean stem and a young maize stem under a microscope. How are the vascular bundles arranged?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stems have bundles in a ring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Bean: scattered through the stem. Maize: in a ring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Bean: in a ring. Maize: scattered through the stem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stems have a single bundle in the centre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counts 14 rings on a cut Eucalyptus log. What do the rings and the thick trunk show about the tree?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trunk has grown only in length through primary growth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trunk has increased in girth through secondary growth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trunk has thickened by stretching of existing cells only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trunk has no cambium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plants thicken and branch, but maize stems stay mostly the same width. What is the best explanation?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stems have a cambium ring but it is too thin to work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stems thicken only because they take in more water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stems have scattered vascular bundles with no cambium, so they do not thicken much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does not have a shoot tip, so it cannot grow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3-step model of secondary growth in a Grevillea stem, the cambium forms a complete ring. What does this ring of cambium produce?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cork cells on both sides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root tips at the base of the stem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phloem inward and secondary xylem outward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xylem inward and secondary phloem outward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revises a model of maize (hypogeal) and bean (epigeal) seedlings after germination. Which statement should be in the model?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seedlings start growing in length by primary growth from the shoot and root apical meristems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grows only by secondary growth, and bean grows only by primary growth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seedling has any meristem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seedlings start with secondary growth, but maize seedlings start with primary growth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correctly matches the type of growth with the meristem and what increases?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growth: lateral meristems, girth increases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growth: apical meristems, length increases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growth: apical meristems, length increases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growth: apical meristems, girth increases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Plants - Lesson 5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