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GROWTH AND DEVELOPMENT IN PLANTS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3: Seed Dormancy: Why Do Some Healthy-Looking Seeds Refuse to Germinate?</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2.2: Growth and Development in Plants   |   Lesson 3</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In Trans Nzoia, a farmer plants maize and beans on the same day after rain. Some healthy-looking seeds never germinate. Which statement best describes seed dormancy?</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state in which the seed has died and cannot grow again</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state in which the seed has no embryo inside it</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resting state in which a living seed does not germinate even when conditions look right</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state in which every seed germinates immediately when watered</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Learners soaked hard-coated Senna seeds in water for several hours. The seeds did not swell. Which is the most likely reason?</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embryo was too large to take up water</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hard seed coat did not let water enter the seed</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seeds had absorbed too much water already</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Soaking always kills seeds that have hard coats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In a dormancy-breaking investigation, one container holds untreated seeds kept moist in the same place as the treated seeds. Why is this container needed?</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To give the treated seeds extra water</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To make sure all the seeds germinate</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To show the seeds in the other containers are not dormant</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To compare with the treated seeds, so we can tell whether the treatment made a difference</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group wants to break dormancy in Acacia seeds by scarification. Which action is scarification?</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Washing the seeds in several changes of water</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Leaving the seeds in dry soil for a month</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Rubbing the seed coat lightly on sandpaper or a rough stone</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Keeping the seeds in a cool place for some days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farmer finds that some healthy seeds contain chemical inhibitors that stop germination. Which treatment would best help remove the inhibitors?</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Washing the seeds in several changes of water (leaching)</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Drying the seeds in the sun for a week</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Putting the seeds in boiling water</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Rubbing the seed coat on sandpaper only</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After the seed coat of a dormant bean seed is rubbed and the seed is placed in wet cotton wool, the seed swells. What is this uptake of water called, and why is it important for germination?</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Imbibition; it activates enzymes in the embryo</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Scarification; it makes the seed coat thicker</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Leaching; it washes inhibitors out of the embryo</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Stratification; it keeps the embryo cold and inactive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End of lesson</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Acacia seeds in the Tsavo drylands can stay dormant for a long time. How does dormancy help these plants survive?</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makes the seeds germinate faster than other plants' seeds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removes the need for water when the seeds finally germinate</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makes every seed in the soil germinate on the first rain</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stops seeds from germinating in a short dry spell, and it spreads germination over time</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Growth and Development in Plants - Lesson 3 Quick Check</dc:title>
  <dc:subject>PptxGenJS Presentation</dc:subject>
  <dc:creator>PptxGenJS</dc:creator>
  <cp:lastModifiedBy>PptxGenJS</cp:lastModifiedBy>
  <cp:revision>1</cp:revision>
  <dcterms:created xsi:type="dcterms:W3CDTF">2026-10-02T04:54:43Z</dcterms:created>
  <dcterms:modified xsi:type="dcterms:W3CDTF">2026-10-02T04:54:43Z</dcterms:modified>
</cp:coreProperties>
</file>