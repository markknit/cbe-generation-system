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GROWTH AND DEVELOPMENT IN PLANTS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3: Seed Dormancy: Why Do Healthy-Looking Seeds Not Germinate?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2.2: Growth and Development in Plants   |   Lesson 3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Mr. Wafula planted Rosecoco beans and some healthy-looking seeds did not germinate even though the rain, soil and planting day were the same. Which statement best describes a dormant seed?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living seed that fails to germinate even when conditions are favourable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seed that has been eaten by pests in the soil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dead seed whose embryo has rotted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seed that fails because it was planted in waterlogged soil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100 Rosecoco bean seeds planted, 20 did not germinate. The reasons were: 8 had a hard impermeable seed coat, 6 were in a waterlogged patch, 4 were old seed with dead embryos, and 2 were eaten by pests. How many of the 20 non-germinating beans failed for reasons OTHER than dormancy?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Mr. Wafula's field, 12 maize seeds did not germinate: 5 were eaten or rotted by fungi or pests, 4 were old seeds with dead embryos, and 3 were in a waterlogged patch. Among the 20 non-germinating beans, 8 had a hard impermeable seed coat. Which conclusion is supported by this data?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Maize seeds can never be dormant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Dormancy caused all the bean failures but none of the maize failures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Dormancy explained 8 of the 20 bean failures and none of the 12 maize failures in this field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hard seed coat caused most of the maize failures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8 hard-coated bean seeds were scarified (nicked) and replanted. By Day 7, 7 of the 8 had germinated. What percentage of the 8 seeds germinated?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7.8%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87.5%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12.5%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did scarifying (nicking or rubbing) the hard seed coat of the dormant bean seeds help them germinate?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added food to the seed so the embryo could grow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made the embryo larger before planting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made a small opening in the impermeable testa so water and oxygen could reach the embryo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killed the pests living inside the seed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farmer finds that some seeds stay dormant because of a chemical inhibitor, abscisic acid, in the seed. Which way of breaking dormancy matches this cause best?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Planting the seeds in a waterlogged patch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Soaking the seeds in water for some hours so the inhibitor is washed out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Rubbing the seed coat with sandpaper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Storing the seeds in sunlight and adding fertiliser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says, 'A seed that does not germinate must be dead.' Which group of non-germinating bean seeds from Mr. Wafula's field shows that this idea is wrong?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4 old seeds with dead embryos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8 hard-coated seeds, of which 7 germinated after scarification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5 maize seeds eaten or rotted by fungi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2 seeds eaten by pests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8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End of lesson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can dormancy be useful to a wild plant but a problem for a farmer like Mr. Wafula?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Dormancy helps seeds survive dry or cold seasons and germinate over time, but the farmer wants all seeds to germinate together for a uniform stand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Dormant seeds always die, so wild plants make more seeds, but the farmer loses money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Dormancy stops pests from eating seeds in the wild but not in a farm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Dormancy makes seeds grow faster, which wild plants need but farmers do not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Growth and Development in Plants - Lesson 3 Quick Check</dc:title>
  <dc:subject>PptxGenJS Presentation</dc:subject>
  <dc:creator>PptxGenJS</dc:creator>
  <cp:lastModifiedBy>PptxGenJS</cp:lastModifiedBy>
  <cp:revision>1</cp:revision>
  <dcterms:created xsi:type="dcterms:W3CDTF">2026-10-05T03:57:29Z</dcterms:created>
  <dcterms:modified xsi:type="dcterms:W3CDTF">2026-10-05T03:57:29Z</dcterms:modified>
</cp:coreProperties>
</file>