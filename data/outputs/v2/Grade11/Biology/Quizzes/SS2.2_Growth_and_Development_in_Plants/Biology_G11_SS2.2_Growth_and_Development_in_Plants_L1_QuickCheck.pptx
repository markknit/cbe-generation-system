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GROWTH AND DEVELOPMENT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1: Meeting the Phenomenon: Mr. Wafula's Maize and Beans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2.2: Growth and Development in Plants   |   Lesson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Mr. Wafula's farm near Kitale, 100 bean seeds were planted. By Day 14, 80 of them had germinated. How many bean seeds had NOT germinated by Day 14?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time-lapse records, the bean radicle appeared on Day 3 and the bean shoot came above the soil on Day 8. The maize radicle appeared on Day 4 and the maize shoot came above the soil on Day 7. Which statement matches these records?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was first for both the radicle and the shoot above soil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crops had their radicle and shoot above soil on the same days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bean radicle appeared first, but the maize shoot came above the soil first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 was first for both the radicle and the shoot above soil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is studying the bean time-lapse. Their table shows the radicle appeared on Day 3 and the shoot came above the soil on Day 8. What can they say about the bean seed on Day 5?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had not germinated yet because no shoot was above the soil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had failed to germinate because nothing was visible above the soil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had both germinated and emerged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had germinated because the radicle had appeared, but it had not yet emerged above the soil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watched a bean plant for 25 days. Which observation shows that plant growth is more than just getting taller?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was taller than beans from Day 14 onward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stem became thicker and the bean plant developed branches by Day 25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maize seeds than bean seeds germinated by Day 14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bean radicle appeared on Day 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Wafula planted maize and beans on the same day, 3 cm deep, after 25 mm of rain, in the same field. Some healthy-looking seeds did not germinate. At the end of this first lesson, which statement is the most honest one?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Healthy-looking seeds that fail must have been damaged by pests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seeds failed because they were planted too deep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yet know the reason; it is a question we need to investigate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seeds failed because beans need more water than maize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are writing questions for the Driving Question Board about Mr. Wafula's maize and beans. Which question is written in a way that could be investigated?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farming a hard job?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maize better than beans?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planted the seeds first?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amount of water given to bean seeds change how many of them germinate by Day 14?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 exit ticket, a learner must write an observation, not an explanation, about Mr. Wafula's crops. Which statement is an observation?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seeds failed because the bean seed has less food inside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emerged above the soil on Day 7 and beans on Day 8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emerged first because it is stronger than beans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 need more water to germinate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Growth and Development in Plants - Lesson 1 Quick Check</dc:title>
  <dc:subject>PptxGenJS Presentation</dc:subject>
  <dc:creator>PptxGenJS</dc:creator>
  <cp:lastModifiedBy>PptxGenJS</cp:lastModifiedBy>
  <cp:revision>1</cp:revision>
  <dcterms:created xsi:type="dcterms:W3CDTF">2026-10-05T03:57:29Z</dcterms:created>
  <dcterms:modified xsi:type="dcterms:W3CDTF">2026-10-05T03:57:29Z</dcterms:modified>
</cp:coreProperties>
</file>