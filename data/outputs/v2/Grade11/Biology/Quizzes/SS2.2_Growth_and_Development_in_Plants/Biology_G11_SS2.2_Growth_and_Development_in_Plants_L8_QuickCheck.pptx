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Measuring Growth: Seedling Height, Stem Width and Growth Curves of Maize and Beans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Before measuring anything, a learner predicts that a maize seedling will grow the same number of centimetres every day for 21 days. Which statement about real seedling growth best challenges this prediction?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Growth happens only in the first three days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Growth keeps getting faster every day until the plant dies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Growth is slow at first, then rapid, then slows down and levels off</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Growth is steady, so the graph is a straight line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wraps thread once around a bean stem. The thread measures 12 mm against a ruler. Using the method of dividing the circumference by 3, what is the approximate stem width (diameter)?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12 mm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 mm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36 mm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 mm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measures three maize seedlings from the class nursery. Their heights are 30 cm, 32 cm and 40 cm. What is the mean height?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34 cm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32 cm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102 cm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40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Mean height data: maize was 8 cm on Day 6 and 48 cm on Day 15. Beans were 3 cm on Day 6 and 17 cm on Day 15. Between Day 6 and Day 15, how many more centimetres did the maize grow than the beans?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40 cm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 cm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26 cm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31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Mean maize height increased from 18 cm on Day 9 to 32 cm on Day 12. It then went from 58 cm on Day 18 to only 62 cm on Day 21. What does the flatter part of the curve between Day 18 and Day 21 show?</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seed has not yet absorbed water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stationary phase, where growth slows as the plant matures or resources limit it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rapid phase, where growth is fastest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plant has died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Maize and bean seedlings were planted on the same day after the same rain. The two growth curves show that growth is not constant, and that the two crops grow at different rates. Why does this lead to the question 'Do we have hormones in plants?'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growth speeds up and slows down at different times, suggesting something inside the plant may control its timing and speed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seeds that failed to germinate have no growth curve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the curves are straight lines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plants make insulin like animals do</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revised model of early growth, arrows are drawn showing food stores feeding the young seedling. Which pair correctly shows where maize and bean seedlings get these early food stores?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Maize from the endosperm, beans from the cotyledons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from hormones in the soil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only from photosynthesis in the first days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Maize from the cotyledons, beans from the endosperm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8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