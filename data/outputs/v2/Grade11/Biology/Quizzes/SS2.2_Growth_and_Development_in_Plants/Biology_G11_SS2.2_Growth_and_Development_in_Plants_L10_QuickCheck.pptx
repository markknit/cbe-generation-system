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GROWTH AND DEVELOPMENT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10: Synthesis and Application: Explaining the Farmer's Maize and Beans and Planning the Tree Nursery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2.2: Growth and Development in Plants   |   Lesson 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school in Machakos wants to grow 200 mango and grevillea seedlings from stem cuttings. Which idea would best help the cuttings form roots?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all the leaves and the cut surface so nothing is left to use water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cuttings in full sun without water so they become strong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fertiliser on the cut end, because fertiliser makes roots form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 plant hormone source such as crushed bulb onion or Aloe gel to the cut end, because auxins stimulate roots to 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rooting test, four hibiscus cuttings were treated with crushed bulb onion, Aloe gel, cinnamon powder, or water only. Why is the cutting treated with water only included?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shows which cutting will die first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best treatment because water is the only thing roots need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makes sure all the cuttings get the same amount of onion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control, used to compare how many roots form with no rooting substance added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plants healthy-looking bean seeds in warm, moist soil with enough air. Most germinate, but a few do not even after many days. What is the most likely reason for the few that fail?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seeds are dormant, for example with a hard seed coat, so germination has not been triggered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water in the soil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 do not have any hormones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seeds are monocots, so they cannot germinate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correctly describes germination in maize and in common bean?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epigeal, because all seeds push their cotyledons above the ground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is hypogeal, with its cotyledon staying underground, while bean is epigeal, with its cotyledons raised above the ground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hypogeal, because seeds always germinate underground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is epigeal and bean is hypogeal, because maize has two cotyledons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class test, 10 soaked bean seeds and 10 dry bean seeds were kept under the same warm conditions. 8 of the soaked seeds germinated and 3 of the dry seeds germinated. What percentage of the soaked seeds germinated?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in Kitale plants hybrid maize seeds in dry soil and they fail to germinate. What is the best advice, and why?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the seeds much deeper, because seeds do not need water to germinate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hormones to the dry soil, because hormones make seeds grow without water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bigger seeds, because only large seeds need water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when the soil is moist, because water activates enzymes and gibberellins that break down stored food for the embryo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writes: 'Then I thought hormones feed a cutting so it can grow. Now I know...' Which ending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hormones are food stores in the cotyledons that give the plant energy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hormones are only found in animals, so plants use fertiliser instead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hormones are needed in large amounts, like water, to make plants grow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hormones are chemical messengers made in small amounts that control growth, for example auxins stimulate root formation and apical dominance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Growth and Development in Plants - Lesson 10 Quick Check</dc:title>
  <dc:subject>PptxGenJS Presentation</dc:subject>
  <dc:creator>PptxGenJS</dc:creator>
  <cp:lastModifiedBy>PptxGenJS</cp:lastModifiedBy>
  <cp:revision>1</cp:revision>
  <dcterms:created xsi:type="dcterms:W3CDTF">2026-10-02T04:54:43Z</dcterms:created>
  <dcterms:modified xsi:type="dcterms:W3CDTF">2026-10-02T04:54:43Z</dcterms:modified>
</cp:coreProperties>
</file>