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GROWTH AND DEVELOPMENT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Growth vs Development and Inside the Seed: Maize H614 and Rosecoco Beans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2.2: Growth and Development in Plants   |   Lesson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Mr. Wafula's farm, a bean plant makes its first single-bladed (unifoliate) leaves on Day 12 and three-part (trifoliate) leaves on Day 18. How should this change be classified?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only, because the plant has become bigger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Development, because the leaf changes in form and becomes more complex through differentiation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only, because there are now more leaves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growth nor development, because leaves are not part of the seed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dry maize grain swells after 25 mm of rain falls on the field. Why is this swelling NOT counted as true growth?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Swelling makes new organs form, so it is development, not growth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only means getting taller, and the grain did not get taller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grains are not living things, so they cannot grow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can be lost again, so the increase is not a permanent, irreversible increase in size or dry mass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stem of a maize plant is 6 mm wide on Day 14 and 22 mm wide on Day 42. By how much did the stem width increase, and is this growth?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mm; it is growth, because the size increased permanently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mm; it is growth, because the stem became thicker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mm; it is not growth, because the plant did not get taller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mm; it is development, because the stem changed form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splits a soaked Rosecoco bean seed into two halves. Which part of the bean stores the food that the young plant will use?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cotyledons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micropyle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hilum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maize grain, which part protects the shoot tip (plumule) as it pushes up through the soil?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coleoptile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coleorhiza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scutellum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endosperm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describes how a maize grain (a monocot) gets food for its embryo?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is stored in two large cotyledons, as in a bean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endosperm is the embryo, and it is the part that grows into the plant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is stored in the endosperm, and the single cotyledon (scutellum) absorbs it for the embryo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has no cotyledon, so the embryo makes all its own food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revises their Day 1 model by adding labelled seed drawings and arrows inside the soil. Which arrows show the correct development of the embryo parts?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Radicle becomes the leaf; plumule becomes the root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Radicle becomes the root; plumule becomes the shoot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Radicle becomes the shoot; plumule becomes the root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Radicle becomes the testa; plumule becomes the cotyledon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Growth and Development in Plants - Lesson 2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