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Meaning of Growth and Development; Structure of Monocot and Dicot Seeds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Grade 11 class is discussing how growth differs from development in a maize plant. Which statement correctly distinguishes the two?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and development mean the same thing, because both describe a plant getting taller.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a permanent increase in size, dry mass or cell number, while development is a change in form and complexity, such as cell differentiation.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the formation of new organs such as leaves and flowers, while development is only an increase in height.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any increase in size, even a temporary one, while development is a decrease in size.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watches her maize plants over several weeks. Which observation is an example of development rather than only growth?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plant forms a tassel and cobs.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root extends deeper into the soil.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stem becomes taller.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stem becomes thicker.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splits open a soaked bean seed and finds a small embryo between the two cotyledons. Which part of the embryo will grow into the root of the new plant?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plumule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radicle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cotyledon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soaked maize grain lengthwise and puts a drop of iodine solution on the cut surface. The large whitish area (endosperm) turns blue-black. What does this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is dead tissue.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contains starch, so it is the food store of the maize grain.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contains the embryo of the maize grain.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has absorbed water, so it will become the root.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maize grain, the coleoptile is a sheath around the plumule. What is its job during germination?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plumule as it pushes up through the soil.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absorbs digested food from the endosperm.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radicle as the root emerges.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allows water to enter through a small pore.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compares a maize grain (monocot) with a bean seed (dicot)?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Maize: one cotyledon, no food store. Bean: two cotyledons, food stored in the endosperm.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Maize: one cotyledon (scutellum), food stored in the endosperm. Bean: two cotyledons, food stored in the cotyledons.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and bean: two cotyledons, food stored in the endosperm.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Maize: two cotyledons, food stored in the cotyledons. Bean: one cotyledon, food stored in the endosperm.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draws a model of how a maize grain starts to grow after planting. Which arrow path correctly shows how stored food reaches the embryo?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Endosperm, then the scutellum, then the embryo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Testa, then the embryo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Cotyledons, then the embryo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Coleoptile, then the radicle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2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