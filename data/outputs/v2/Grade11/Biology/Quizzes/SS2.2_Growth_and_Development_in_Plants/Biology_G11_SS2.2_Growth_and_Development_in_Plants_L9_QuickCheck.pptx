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9: Role of Hormones in Plant Growth and Development: Why Do Maize and Bean Plants Grow Differently?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2.2: Growth and Development in Plants   |   Lesson 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pinches off the very top (the shoot tip) of a young bean seedling. What is the most likely result after two weeks?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side branches grow because the tip no longer holds back the side buds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plant dies because the tip is cut off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 because plants grow only from water and soil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plant grows taller than before because it has less to feed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dry season, healthy seeds in the soil do not germinate even though they are not dead. Which plant hormone helps to keep these seeds dormant?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Abscisic acid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Cytokinins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Gibberellins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Ethylene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bean seedlings were grown for two weeks. The intact seedling was 30 cm tall with 0 side branches. The seedling with its tip pinched off was 18 cm tall with 4 side branches. Which conclusion is best supported by these results?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tip kills the plant, so it cannot grow taller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are found only in animals, so the plants differ by chance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branches grow only when a plant is shorter than 20 cm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shoot tip allowed side buds to grow, so the tip normally suppresses branching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 in Mombasa put green bananas in a closed sack and they ripen faster. Which explanation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Abscisic acid is released and speeds up the ripening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Ethylene gas given off by the fruit collects in the sack and speeds up ripening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Auxin builds up in the sack and makes the fruit softer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Cytokinins from the sack make the fruit cells divide faster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term 'apical dominance' mean?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shoot tip bends towards light because of gibberellins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side buds always grow faster than the main shoot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shoot tip makes auxin that holds back the growth of side buds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tip controls how fast the shoot grows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 farmers in Kericho prune their tea bushes regularly. How does pruning help?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removes the shoot tips, which reduces apical dominance so side buds grow and the bush becomes bushy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the bush grow taller with one thick stem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adds abscisic acid to the bush so that it stops growing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kills the old shoots so that only roots keep growing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revises their Day 1 model of why maize and bean seeds behave differently. Which addition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Gibberellins promote germination, but the seed also needs water, oxygen and a suitable temperature to respond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alone decide germination, so water and temperature can be removed from the model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hormone does only one job, so no arrows should link hormones to each other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animals have hormones, so the model should show only seed structure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Plants - Lesson 9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