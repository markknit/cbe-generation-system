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Hormonal Conductors: How Pituitary and Ovarian Hormones Regulate the Menstrual Cycle and Egg Release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Reproduction in Animals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normal 28-day menstrual cycle graph, a sudden sharp rise (surge) in one hormone around Day 14 is followed soon after by ovulation. Which hormone surge triggers the release of the egg from the ovary?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Follicle stimulating hormone (FSH)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Luteinising hormone (LH)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ovulation, the empty follicle becomes the corpus luteum. Which hormone does the corpus luteum mainly release to keep the uterine lining thick and ready for a fertilised egg?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Luteinising hormone (LH)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Follicle stimulating hormone (FSH)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woman's hormone graph shows normal FSH and oestrogen, but there is no LH surge in the middle of the cycle. What is the most likely effect?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Ovulation takes place but progesterone rises too early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egg is not released because ovulation does not take place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eggs are released at the same time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uterine lining thickens twice in one cycle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half of the cycle, oestrogen and progesterone levels are high. What do these high levels do to the pituitary gland, as an example of negative feedback?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make it release the egg directly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stimulate it to release even more FSH and LH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no effect on it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inhibit (reduce) the release of FSH and LH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before ovulation, oestrogen from the growing follicle reaches a high level. What does this high oestrogen do to LH release, as an example of positive feedback?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all LH release until menstruation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triggers the LH surge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causes menstruation to start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turns the follicle into the uterine lining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woman at a clinic in Nairobi is given FSH injections as part of IVF treatment. Why is FSH given?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make the uterus grow a baby outside the body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replace progesterone after ovulation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stimulate several follicles to develop, so more than one egg can be collected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stop menstruation permanently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people believe IVF babies grow wholly in a test tube. Which statement is scientifically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IVF babies need no hormones at any stage of development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baby grows in the test tube for nine months, then is placed in the mother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fertilisation happens in the laboratory; the baby develops in the mother's uterus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baby develops in the ovary after fertilisation in the laboratory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Animals - Lesson 4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