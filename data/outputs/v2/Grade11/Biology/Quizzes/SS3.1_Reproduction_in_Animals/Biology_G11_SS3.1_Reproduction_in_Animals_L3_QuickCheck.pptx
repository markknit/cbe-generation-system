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Built for the Journey: Structure of Sperm and Ovum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looking at any slides, a learner predicts that the human ovum will be much larger than a sperm cell. Which reason best supports this prediction?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must be big enough to be seen by the sperm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has to swim a long distance, so it needs a big tail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has twice as many chromosomes as the sperm, so it takes up more space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stores food in its cytoplasm and has a protective layer, but it does not swim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a microscope, a learner sees that the midpiece of a sperm cell is packed with mitochondria. What is the function of this structure?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supplies the energy that the flagellum needs for swimming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releases enzymes that digest the outer layer of the ovum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 the sperm from being damaged inside the female body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stores the chromosomes that will be passed to the offspring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sperm cell is about 50 micrometres long. A human ovum is about 0.1 mm across (1 mm = 1000 micrometres). About how many times wider is the ovum than the sperm is long?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times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times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times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times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fertilisation, the acrosome at the head of the sperm releases enzymes. What do these enzymes do?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give the sperm energy to swim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digest the jelly coat (zona pellucida) around the ovum so the sperm can enter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the ovum produce more food reserves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join the sperm nucleus to the ovum nucleus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the sperm and the ovum have haploid nuclei (half the normal number of chromosomes). Why is this important for fertilisation?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Haploid nuclei let the ovum divide without a sperm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Haploid nuclei make the sperm lighter so it can swim faster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fused nuclei give the zygote the full normal number of chromosomes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Haploid nuclei mean the offspring will have only half the genes of the mother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at the Lake Victoria wetlands releases thousands of eggs, but a cow usually gives birth to one calf. Which explanation best accounts for this difference?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Cows cannot make more than one ovum because they have no jelly coat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Frogs have more sperm than cows, so they must also make more eggs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fertilised in open water and have little protection, so many are lost, while a cow's fertilised egg is protected and nourished inside her body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bigger than cow eggs, so more of them are needed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news report says that in IVF the baby grows in a test tube from start to birth. Which statement correctly describes IVF?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a laboratory dish, and the embryo is then placed in the womb of the mother or a surrogate to develop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and the whole development of the baby happen in the laboratory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develops into a baby in the dish without any sperm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the womb, and only the sperm is prepared in the laboratory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3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