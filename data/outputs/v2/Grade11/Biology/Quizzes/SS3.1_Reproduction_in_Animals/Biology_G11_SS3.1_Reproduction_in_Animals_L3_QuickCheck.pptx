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hyperlink" Target="https://creativecommons.org/licenses/by-nc/4.0/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46304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BIOLOGY — GRADE 11  |  REPRODUCTION IN ANIMALS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731520" y="196596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 Check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288036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D9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3: Built for the Journey: Structure of Sperm and Ovum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411480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multiple-choice questions  •  choose A, B, C or D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525780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Sub-Strand 3.1: Reproduction in Animals   |   Lesson 3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31520" y="576072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SeaVuria and ARES. Aligned with KICD objectives. Developed by SeaVuria; technical implementation by ARES (with AI assistance from Claude). Licensed under </a:t>
            </a:r>
            <a:pPr indent="0" marL="0">
              <a:buNone/>
            </a:pPr>
            <a:r>
              <a:rPr lang="en-US" sz="900" u="sng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CC BY-NC 4.0</a:t>
            </a:r>
            <a:pPr indent="0" marL="0">
              <a:buNone/>
            </a:pPr>
            <a:r>
              <a:rPr lang="en-US" sz="9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(https://creativecommons.org/licenses/by-nc/4.0/).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1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Predict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 looking at any slides, a learner predicts that the human ovum will be much larger than a sperm cell. Which reason best supports this prediction?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ovum must be big enough to be seen by the sperm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ovum has to swim a long distance, so it needs a big tail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ovum has twice as many chromosomes as the sperm, so it takes up more space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ovum stores food in its cytoplasm and has a protective layer, but it does not swim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2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Under a microscope, a learner sees that the midpiece of a sperm cell is packed with mitochondria. What is the function of this structure?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supplies the energy that the flagellum needs for swimming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releases enzymes that digest the outer layer of the ovum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protects the sperm from being damaged inside the female body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stores the chromosomes that will be passed to the offspring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3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human sperm cell is about 50 micrometres long. A human ovum is about 0.1 mm across (1 mm = 1000 micrometres). About how many times wider is the ovum than the sperm is long?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times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 times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times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times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4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During fertilisation, the acrosome at the head of the sperm releases enzymes. What do these enzymes do?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They give the sperm energy to swim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They digest the jelly coat (zona pellucida) around the ovum so the sperm can enter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They make the ovum produce more food reserves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They join the sperm nucleus to the ovum nucleus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5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Both the sperm and the ovum have haploid nuclei (half the normal number of chromosomes). Why is this important for fertilisation?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Haploid nuclei let the ovum divide without a sperm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Haploid nuclei make the sperm lighter so it can swim faster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fused nuclei give the zygote the full normal number of chromosomes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Haploid nuclei mean the offspring will have only half the genes of the mother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6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frog at the Lake Victoria wetlands releases thousands of eggs, but a cow usually gives birth to one calf. Which explanation best accounts for this difference?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Cows cannot make more than one ovum because they have no jelly coat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Frogs have more sperm than cows, so they must also make more eggs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Frog eggs are fertilised in open water and have little protection, so many are lost, while a cow's fertilised egg is protected and nourished inside her body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Frog eggs are bigger than cow eggs, so more of them are needed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7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Model Building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news report says that in IVF the baby grows in a test tube from start to birth. Which statement correctly describes IVF?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Fertilisation happens in a laboratory dish, and the embryo is then placed in the womb of the mother or a surrogate to develop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Fertilisation and the whole development of the baby happen in the laboratory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ovum develops into a baby in the dish without any sperm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Fertilisation happens in the womb, and only the sperm is prepared in the laboratory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19456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done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731520" y="310896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9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your teacher how to submit your answers today (for example, on a paper answer slip).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Biology Grade 11 - Reproduction in Animals - Lesson 3 Quick Check</dc:title>
  <dc:subject>PptxGenJS Presentation</dc:subject>
  <dc:creator>PptxGenJS</dc:creator>
  <cp:lastModifiedBy>PptxGenJS</cp:lastModifiedBy>
  <cp:revision>1</cp:revision>
  <dcterms:created xsi:type="dcterms:W3CDTF">2026-10-05T03:57:29Z</dcterms:created>
  <dcterms:modified xsi:type="dcterms:W3CDTF">2026-10-05T03:57:29Z</dcterms:modified>
</cp:coreProperties>
</file>