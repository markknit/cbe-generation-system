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REPRODUCTION IN ANIMALS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2: Built for Reproduction: Dissecting Mammalian Reproductive Structures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3.1: Reproduction in Animals   |   Lesson 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Friesian cow in Kericho carries her calf for about nine months before birth. In which organ does the calf develop during this time?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uterus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ovary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oviduct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stomach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male rat, the testes hang outside the main body cavity. What is the main advantage of this position?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stores the embryo safely until birth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lets urine and sperm leave through separate tubes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keeps the sperm cooler than the body temperature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keeps the sperm warm so they develop faster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dissecting a male rabbit finds a long, tightly coiled tube lying against the testis. What is its function?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carries urine out of the body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produces testosterone only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where fertilisation takes place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stores sperm until they are released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male mammal, the sperm duct joins another tube that leads through the penis. Which tube is this, and what does it carry?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epididymis, which carries urine only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sperm duct, which carries urine only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oviduct, which carries sperm only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urethra, which carries both urine and sperm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female rabbit specimen has a pair of thin tubes lined with tiny hair-like cilia that lead from the ovaries to the uterus. What is the role of these tubes?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seal the uterus to protect the embryo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move the egg along and are where fertilisation happens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store the calf or pups until birth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make the hormones FSH and LH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feature of the uterus makes it well adapted to support a developing embryo?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has a thin wall so that the embryo can leave quickly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makes the eggs that will be fertilised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has a thick muscular wall and a rich lining where the embryo implants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has cilia that carry the sperm to the egg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frog near Kisumu releases thousands of eggs into the pond, but a cow usually produces one calf at a time. Which statement best explains this difference?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Cows have no ovaries, so they can only make one egg in a lifetime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cow's embryo grows in the stomach, which only has room for one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Frogs have a uterus that can hold thousands of embryos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Frog eggs are fertilised outside the body and many are lost, while the cow's single embryo is protected and nourished inside the mother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8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woman's oviducts are blocked, so the egg and sperm cannot meet. Which statement about how IVF can help is correct?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Fertilisation can happen in a dish, and the early embryo is then placed in the uterus to develop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embryo is placed in the stomach, where it grows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baby grows wholly in a test tube until it is born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sperm are made in the uterus instead of the testes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Reproduction in Animals - Lesson 2 Quick Check</dc:title>
  <dc:subject>PptxGenJS Presentation</dc:subject>
  <dc:creator>PptxGenJS</dc:creator>
  <cp:lastModifiedBy>PptxGenJS</cp:lastModifiedBy>
  <cp:revision>1</cp:revision>
  <dcterms:created xsi:type="dcterms:W3CDTF">2026-10-02T04:54:43Z</dcterms:created>
  <dcterms:modified xsi:type="dcterms:W3CDTF">2026-10-02T04:54:43Z</dcterms:modified>
</cp:coreProperties>
</file>