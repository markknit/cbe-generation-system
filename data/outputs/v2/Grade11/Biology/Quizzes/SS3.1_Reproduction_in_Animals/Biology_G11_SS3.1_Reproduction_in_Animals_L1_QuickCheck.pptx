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Frogs, Hens and Cows: Many Ways to One Goal – How Do Animals Reproduce?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Kisumu, a learner looks at frogspawn in a pond and a hen's egg in a nest. Which statement correctly describes what is seen?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frog eggs and hen's eggs are hard-shelled and laid on land.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covered in jelly and released into water, while a hen's egg is hard-shelled and laid on land.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hard-shelled and laid on land, while a hen's egg is covered in jelly and released into water.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frog eggs and hen's eggs are covered in jelly and released into water.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claims that 'all animals lay eggs'. Which animal from the lesson photos does NOT fit this claim?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in a pond near Kisumu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 with her calf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tilapia in Lake Victoria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hen sitting on her eggs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matches what is described about the number of young in the anchoring phenomenon?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gives birth to a few live young, while a cow lays one hard-shelled egg.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cow lays thousands of eggs, while a frog gives birth to one live calf.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releases thousands of eggs into water, while a cow gives birth to one live calf after months of development inside her.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and a cow both produce thousands of young at one time.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group is going to observe frogspawn at the edge of a school pond. Which rule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the spawn in your pockets so you can study it in class.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Wade into the pond and pick up the spawn to count the eggs.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the spawn with bare hands, but only for a short time.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from the edge, do not touch the spawn with bare hands, and wash your hands afterwards.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filling in its Part A observation table for frog spawn. Which entry is an observation, not an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helps the sperm to reach the eggs.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eggs are released into the water and are surrounded by a jelly layer.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jelly stops the eggs from drying out.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Frogs need thousands of eggs because many are eaten.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Part B, a group sorts a hen and a cow on the classification chart. Which placement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ovoviviparous; cow: oviparous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oviparous (eggs laid, development outside the body); cow: viviparous (young develop inside the mother and are born live)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viviparous; cow: ovoviviparous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Hen: viviparous; cow: oviparous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source says that in a female guppy the eggs develop and hatch inside her body, and she does not feed them through a placenta-type connection. In which column should the group place the guppy?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Ovoviviparous, because eggs develop and hatch inside her body without placenta-type feeding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Oviparous, because the eggs hatch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Viviparous, because the young develop inside her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Oviparous, because it produces eggs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1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