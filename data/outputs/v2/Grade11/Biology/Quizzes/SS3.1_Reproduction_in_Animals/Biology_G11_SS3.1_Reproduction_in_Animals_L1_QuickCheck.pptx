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creativecommons.org/licenses/by-nc/4.0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4630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BIOLOGY — GRADE 11  |  REPRODUCTION IN ANIMALS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196596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Check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88036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D9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1: Frogs, Hens and Cows: Many Ways to One Goal – How Do Animals Reproduce?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41148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multiple-choice questions  •  choose A, B, C or 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52578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Sub-Strand 3.1: Reproduction in Animals   |   Lesson 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576072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F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SeaVuria and ARES. Aligned with KICD objectives. Developed by SeaVuria; technical implementation by ARES (with AI assistance from Claude). Licensed under </a:t>
            </a:r>
            <a:pPr indent="0" marL="0">
              <a:buNone/>
            </a:pPr>
            <a:r>
              <a:rPr lang="en-US" sz="900" u="sng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BY-NC 4.0</a:t>
            </a:r>
            <a:pPr indent="0" marL="0">
              <a:buNone/>
            </a:pPr>
            <a:r>
              <a:rPr lang="en-US" sz="900" dirty="0">
                <a:solidFill>
                  <a:srgbClr val="8F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(https://creativecommons.org/licenses/by-nc/4.0/).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1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Predict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 Kisumu, a learner looks at frogspawn in a pond and a hen's egg in a nest. Which statement correctly describes what is seen?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frog eggs and hen's eggs are hard-shelled and laid on land.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Frog eggs are covered in jelly and released into water, while a hen's egg is hard-shelled and laid on land.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Frog eggs are hard-shelled and laid on land, while a hen's egg is covered in jelly and released into water.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frog eggs and hen's eggs are covered in jelly and released into water.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2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Predict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learner claims that 'all animals lay eggs'. Which animal from the lesson photos does NOT fit this claim?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frog in a pond near Kisumu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cow with her calf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tilapia in Lake Victoria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hen sitting on her eggs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3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Predict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statement matches what is described about the number of young in the anchoring phenomenon?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frog gives birth to a few live young, while a cow lays one hard-shelled egg.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cow lays thousands of eggs, while a frog gives birth to one live calf.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frog releases thousands of eggs into water, while a cow gives birth to one live calf after months of development inside her.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frog and a cow both produce thousands of young at one time.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4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Observe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group is going to observe frogspawn at the edge of a school pond. Which rule is correct?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 the spawn in your pockets so you can study it in class.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Wade into the pond and pick up the spawn to count the eggs.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Touch the spawn with bare hands, but only for a short time.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 from the edge, do not touch the spawn with bare hands, and wash your hands afterwards.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5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Observe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group is filling in its Part A observation table for frog spawn. Which entry is an observation, not an explanation?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 helps the sperm to reach the eggs.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eggs are released into the water and are surrounded by a jelly layer.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jelly stops the eggs from drying out.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Frogs need thousands of eggs because many are eaten.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6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Observe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Part B, a group sorts a hen and a cow on the classification chart. Which placement is correct?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Hen: ovoviviparous; cow: oviparous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Hen: oviparous (eggs laid, development outside the body); cow: viviparous (young develop inside the mother and are born live)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Hen: viviparous; cow: ovoviviparous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Hen: viviparous; cow: oviparous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7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Observe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source says that in a female guppy the eggs develop and hatch inside her body, and she does not feed them through a placenta-type connection. In which column should the group place the guppy?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Ovoviviparous, because eggs develop and hatch inside her body without placenta-type feeding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Oviparous, because the eggs hatch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Viviparous, because the young develop inside her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Oviparous, because it produces eggs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done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31520" y="310896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your teacher how to submit your answers today (for example, on a paper answer slip).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Biology Grade 11 - Reproduction in Animals - Lesson 1 Quick Check</dc:title>
  <dc:subject>PptxGenJS Presentation</dc:subject>
  <dc:creator>PptxGenJS</dc:creator>
  <cp:lastModifiedBy>PptxGenJS</cp:lastModifiedBy>
  <cp:revision>1</cp:revision>
  <dcterms:created xsi:type="dcterms:W3CDTF">2026-10-05T03:57:29Z</dcterms:created>
  <dcterms:modified xsi:type="dcterms:W3CDTF">2026-10-05T03:57:29Z</dcterms:modified>
</cp:coreProperties>
</file>