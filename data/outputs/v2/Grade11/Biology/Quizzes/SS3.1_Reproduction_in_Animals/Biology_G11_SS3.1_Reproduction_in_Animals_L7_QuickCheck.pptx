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REPRODUCTION IN ANIMALS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1600" dirty="0">
                <a:solidFill>
                  <a:srgbClr val="D9EEF1"/>
                </a:solidFill>
                <a:latin typeface="Arial" pitchFamily="34" charset="0"/>
                <a:ea typeface="Arial" pitchFamily="34" charset="-122"/>
                <a:cs typeface="Arial" pitchFamily="34" charset="-120"/>
              </a:rPr>
              <a:t>Lesson 7: Shared Decisions, Hormonal Health and Biotechnology: Our Final Explanation of How Animals Reproduce</a:t>
            </a:r>
            <a:endParaRPr lang="en-US" sz="16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3.1: Reproduction in Animals   |   Lesson 7</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frog near Kisumu lays thousands of eggs, but a cow gives birth to only one calf at a time. Which statement best explains this difference?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Frog eggs have hard shells, so many of them are needed to break through</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Frogs are smaller than cows, so their bodies are able to make more eggs than a cow can</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Frogs fertilise eggs in water with no parental care, so many eggs are lost to predators and the environment, while a cow's young develop inside the body and are cared for</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Cows produce hormones and frogs do not, so cows cannot make many young</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The uterus of a mammal has a thick, muscular wall. Which function does this structure fit best?</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holds and protects the developing embryo and contracts to push the baby out at birth</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carries sperm from the testes to the outside of the body</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produces eggs and releases them every month</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produces sperm cells for fertilisation</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In a certain snake, the eggs are fertilised inside the female. The eggs stay and hatch inside her body, and the young are born alive. The young feed on egg yolk, not through a placenta. How is this snake classified?</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Ovoviviparous, because eggs develop and hatch inside the mother's body</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An external fertiliser, because it produces eggs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Viviparous, because the young are born alive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Oviparous, because it makes eggs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In a human pregnancy, the placenta joins the mother's body to the developing baby. What happens across the placenta?</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Oxygen and nutrients pass from the mother's blood to the baby, and wastes pass from the baby to the mother's blood</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mother's blood and the baby's blood mix completely and flow in one loop</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Nothing passes across it, because the baby feeds only on a yolk store</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Only milk passes from the mother to the baby</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hormone stimulates the muscles of the uterus to contract strongly during childbirth?</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Testosterone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Prolactin</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FSH</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Oxytocin</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news report says a Kenyan couple had a baby through IVF. Which statement correctly describes where the baby grew?</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baby grew in an incubator in the hospital after the embryo was made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baby grew wholly in a test tube until birth</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Fertilisation happened in the uterus, then the embryo was moved to a test tube to develop</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Fertilisation happened outside the body, then the embryo was placed in a uterus where it developed until birth</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woman's ovaries make healthy eggs, but her uterus is damaged and cannot carry a pregnancy. Which technology would let the couple have their own biological child?</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Surrogacy, because another woman's uterus can carry the couple's embryo made by IVF</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sperm bank, because it supplies donated sperm cells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External fertilisation in water, as in frogs</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Growing the embryo wholly in a test tube until the baby is ready to be born</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Reproduction in Animals - Lesson 7 Quick Check</dc:title>
  <dc:subject>PptxGenJS Presentation</dc:subject>
  <dc:creator>PptxGenJS</dc:creator>
  <cp:lastModifiedBy>PptxGenJS</cp:lastModifiedBy>
  <cp:revision>1</cp:revision>
  <dcterms:created xsi:type="dcterms:W3CDTF">2026-10-01T20:16:55Z</dcterms:created>
  <dcterms:modified xsi:type="dcterms:W3CDTF">2026-10-01T20:16:55Z</dcterms:modified>
</cp:coreProperties>
</file>