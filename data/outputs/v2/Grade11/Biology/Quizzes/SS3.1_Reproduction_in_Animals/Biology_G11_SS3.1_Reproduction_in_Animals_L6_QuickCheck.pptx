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6: Helping Where Nature Needs a Hand: Debating IVF, Surrogacy and Sperm Banking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3.1: Reproduction in Animals   |   Lesson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people believe that a baby born through IVF grows entirely in a test tube. Which statement about IVF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 happens in the fallopian tube, and only the sperm is prepared in the laboratory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 and the whole development of the baby happen in a laboratory dish until birth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 happens in a dish in the laboratory, and the embryo is then placed in the uterus where it develops until birth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 happens in the uterus, and the baby is then moved to a laboratory incubator to grow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frog releases thousands of eggs into water, while a cow produces one calf after months inside her body. Which statement correctly describes how IVF fertilisation compares with these natural methods?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IVF fertilisation and development are both inside the body like in cows, so nothing is done in a laboratory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IVF fertilisation is outside the body like in frogs, but the embryo then develops inside the uterus like in cows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IVF fertilisation and development are both outside the body like in frogs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IVF fertilisation is inside the body like in cows, and the embryo then develops in water like in frogs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woman in Nakuru has blocked fallopian tubes, so her eggs cannot meet sperm. Which technology best addresses her problem?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FSH injections only, so that the tubes open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Sperm banking, where sperm is frozen and stored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Surrogacy only, because her uterus cannot work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IVF, where fertilisation takes place in a dish outside the body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young man in Nairobi is about to start cancer treatment that may damage his testes. He wants to be able to have children later. Which option is the most suitable?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Surrogacy, because a woman carries his sperm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IVF now, because it makes sperm inside the testes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Sperm banking, by freezing and storing his sperm before treatment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 injections of FSH after the treatment is complete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woman in Mombasa was born without a functional uterus but has healthy ovaries. Which technology allows her to have a genetically related child?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injections, which build a new uterus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Surrogacy, where another woman carries the embryo in her uterus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Sperm banking, where sperm is frozen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fertilisation in the fallopian tubes followed by development in the ovary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woman in Eldoret has irregular ovulation because her body makes too little FSH and LH. In the IVF flowchart, what is the role of FSH injections?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freeze the sperm for storage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stimulate several eggs to mature in the ovaries so the eggs can be collected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make the embryo implant without a uterus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carry the embryo into the uterus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list shows the correct order of the main steps of IVF?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 collection, implantation, fertilisation in a dish, hormone stimulation, embryo transfer to the uterus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Embryo transfer to the uterus, egg collection, fertilisation in a dish, hormone stimulation, implantation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 stimulation of eggs, egg collection, fertilisation in a dish, embryo transfer to the uterus, implantation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 in a dish, hormone stimulation of eggs, implantation, egg collection, embryo transfer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class debate, a learner says: "If a couple cannot have a child, it must be the woman's fault." Which response is scientifically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Infertility can be caused by problems in the man, the woman, or both, and male factors such as low sperm count account for many cases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Infertility in men never happens because sperm is made in large numbers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Infertility is caused only by cultural beliefs and not by body problems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Infertility is only caused by the woman, because only she carries the baby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Animals - Lesson 6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