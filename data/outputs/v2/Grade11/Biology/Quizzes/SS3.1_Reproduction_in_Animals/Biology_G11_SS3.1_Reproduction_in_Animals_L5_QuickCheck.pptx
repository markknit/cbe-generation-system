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5: From Fertilisation to Birth: How Hormones and the Placenta Sustain Pregnancy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9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3.1: Reproduction in Animals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cow carries one calf for about 9 months. How does the developing calf get its oxygen and food while inside the mother?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calf swallows food through its mouth and breathes air through its nose inside the uterus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mother's blood flows directly into the calf's blood vessels and mixes with it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calf uses only the yolk stored inside its body until birth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Substances diffuse across the thin membranes of the placenta between the mother's blood and the calf's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about IVF babies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embryo is placed in the mother's uterus and still develops inside her body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baby grows wholly in a test tube until birth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baby grows inside the mother only for the first week and then in a machine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baby does not need a placenta because it started in a laboratory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humans, where does fertilisation normally take place, and where does the embryo then implant?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oviduct; implantation in the uterine wall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vagina; implantation in the cervix</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uterus; implantation in the oviduct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Fertilisation in the ovary; implantation in the placenta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draws a placenta and marks where oxygen and nutrients pass from the mother to the baby. Which labelled part is the site where this exchange happens?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placenta, across thin membranes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wall of the vagina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amniotic fluid, where the baby absorbs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umbilical cord, where maternal blood mixes with fetal blood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Why does the mother's blood not mix with the baby's blood in the placenta, even though substances pass between them?</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They have separate blood supplies, and substances move by diffusion across thin membranes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umbilical cord pumps the mother's blood into the baby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mother's red blood cells are too small to enter the baby's blood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Blood mixes only during labour, not during pregnancy</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implantation, which hormone from the embryo keeps the corpus luteum active so that progesterone continues to maintain the uterine lining?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Oestrogen in late pregnancy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Prolactin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Oxytocin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hCG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the end of pregnancy, oxytocin causes the uterus to contract. These contractions push the baby against the cervix, which causes more oxytocin to be released. What is this type of control called?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Hormone mixing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Positive feedback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Negative feedback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Homeostasis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frog releases thousands of eggs in a pond, while a cow produces one calf at a time. Which statement best explains this difference?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cow's calf is protected and nourished inside the mother and cared for after birth, so fewer offspring are needed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 eggs have thick shells, so many are needed to break through them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frog's eggs are fertilised inside the body, so many are needed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cow has fewer eggs because cows are larger than frogs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9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pair correctly matches a hormone with its role in pregnancy, birth or lactation?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Oxytocin: stops the uterine lining from forming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Prolactin: supports milk production after birth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Progesterone: causes labour contractions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hCG: produced by the mother's breasts to make milk</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Animals - Lesson 5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