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How Do Plants Get Rid of Wastes? Nature Walk, Exudation and Guttation Evidence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2.3: Excretion in Plants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an early humid morning, a student says, "The droplets along the edges of the arrowroot leaf are just dew." Which observation would best suggest that the droplets come from the plant itself?</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clear and have no colour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seen only in the morning</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in the same places along the leaf margins and tips, not spread randomly over the leaf</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wet when touched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teacher makes a tiny cut on a Euphorbia stem. Thick white milky liquid oozes out and dries to cover the cut. Which waste-removal route does this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Exudation of latex through a cut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Diffusion of gases through lenticels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Transpiration through stomata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Guttation through hydathodes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nature walk, learners collect fallen yellow leaves and see leaf scars on a branch. Why can the falling of old leaves count as a way a plant gets rid of wastes?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Leaves fall only because of the season, so wastes are not involved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Wastes stored in the old leaves are removed from the plant when the leaves drop</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Falling leaves reduce transpiration by closing the stomata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Falling leaves release gum and latex through the leaf scar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guttation experiment, one well-watered seedling is covered with a bell jar. A second seedling is left uncovered in a drier spot. What is the purpose of the uncovered seedling?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show that seedlings do not need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compare and show whether high humidity makes guttation droplets appear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measure how much water the covered seedling absorbs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make sure the covered seedling gets enough light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Guttation droplets form at leaf edges on a cool, humid night after the soil has been watered well. Which explanation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leaves sweat to cool down, as humans do</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Roots absorb water faster than transpiration can remove it in humid air, so liquid water is forced out at hydathodes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stomata open wide and release a lot of water vapour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Dew from the air falls and collects on the leaf edges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contrasts guttation and transpiration?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loses liquid water with dissolved substances through hydathodes, mainly at night or early morning. Transpiration loses water vapour through stomata, mainly in the day.</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releases gum and resin from cuts, while transpiration releases latex.</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loses water vapour through stomata in the day. Transpiration loses liquid water through hydathodes at night.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and transpiration both lose only water vapour, but guttation happens in the roots.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nature walk, groups write new questions on the Driving Question Board. Which question is about wastes that are neither gases nor liquids and cannot easily evaporate or ooze out?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does Euphorbia latex dry quickly at a cut?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Who buys gum arabic, and for how much?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happens to wastes that cannot evaporate or ooze out easily?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 guttation droplets appear mostly at night?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in Plants - Lesson 2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