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creativecommons.org/licenses/by-nc/4.0/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4630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BIOLOGY — GRADE 11  |  EXCRETION IN PLANTS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731520" y="196596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Check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288036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5: Who Profits from Plant Wastes? Community Uses, Alkaloid Risks and the Final Explanation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41148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multiple-choice questions  •  choose A, B, C or D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52578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Sub-Strand 2.3: Excretion in Plants   |   Lesson 5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57607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SeaVuria and ARES. Aligned with KICD objectives. Developed by SeaVuria; technical implementation by ARES (with AI assistance from Claude). Licensed under </a:t>
            </a:r>
            <a:pPr indent="0" marL="0">
              <a:buNone/>
            </a:pPr>
            <a:r>
              <a:rPr lang="en-US" sz="900" u="sng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BY-NC 4.0</a:t>
            </a:r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(https://creativecommons.org/licenses/by-nc/4.0/).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1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Predict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 leaves from Kericho contain caffeine and miraa (khat) contains cathinone. Both are alkaloids. Which statement about alkaloids is correct?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Some alkaloids are useful in small controlled doses but harmful when abused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alkaloids are harmful and should never be used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Alkaloids are harmless and cannot cause addiction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alkaloids from tobacco and miraa can harm people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2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farmer cuts the stem of a Euphorbia hedge and thick milky latex oozes out and later hardens. Which excretory process released the latex?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Organ fall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Exudation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Transpiration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Guttation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3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Nakuru, tanners soak animal hides in a solution made from the bark of Acacia or wattle trees. Which plant excretory product in the bark makes this possible, and what is it used for?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Pyrethrum, used to make insecticide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Quinine, used to treat malaria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Tannins, used for tanning hides into leather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Caffeine, used to flavour drinks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4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Early in the morning, droplets of liquid water are seen along the edges of arrowroot (taro) leaves. Which statement correctly contrasts guttation with transpiration?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Guttation loses water vapour through stomata, while transpiration loses liquid droplets through hydathodes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Guttation and transpiration are the same process and both happen only at night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Guttation removes sticky resin from cut stems, while transpiration removes fallen leaves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Guttation loses liquid water droplets through hydathodes at leaf edges, while transpiration loses water vapour mainly through stomata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5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learner asks, 'Why does a plant not need a kidney?' Which answer is the best scientific reasoning?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Plants produce very toxic wastes that must be kept inside the cells at all times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Plants absorb all their wastes from the soil and release them through the roots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Plants have low metabolic rates and less toxic wastes, recycle CO2 and O2 between photosynthesis and respiration, and store other wastes in dead tissues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Plants do not produce any wastes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6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group interviewed 12 households in their community. 7 of the 12 households said they use neem leaves to treat malaria or skin problems. What percentage of the households use neem?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7%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70%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41.7%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58.3%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7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Model Building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Lesson 1, a learner drew a model showing that plants have no wastes. After Lessons 1-5, which is the correct revised idea for the final model?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Plants have no wastes, so nothing needs to be removed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Plants produce wastes, but these have no use to people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Plants produce wastes, but all of them are removed through kidneys in the roots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Plants produce wastes, but they remove or store them in different ways, such as exudation, guttation, deposition and organ fall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9456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done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731520" y="310896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your teacher how to submit your answers today (for example, on a paper answer slip).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Biology Grade 11 - Excretion in Plants - Lesson 5 Quick Check</dc:title>
  <dc:subject>PptxGenJS Presentation</dc:subject>
  <dc:creator>PptxGenJS</dc:creator>
  <cp:lastModifiedBy>PptxGenJS</cp:lastModifiedBy>
  <cp:revision>1</cp:revision>
  <dcterms:created xsi:type="dcterms:W3CDTF">2026-10-05T03:57:29Z</dcterms:created>
  <dcterms:modified xsi:type="dcterms:W3CDTF">2026-10-05T03:57:29Z</dcterms:modified>
</cp:coreProperties>
</file>