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EXCRETION IN PLANTS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3: Where Do the Wastes Go? Shedding Old Leaves and Locking Away Crystals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2.3: Excretion in Plants   |   Lesson 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Plants have no kidneys. A student predicts where a plant keeps wastes that cannot dissolve in water, such as calcium oxalate crystals, tannins and resins. Which prediction fits what the lesson develops?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dissolve in water and leave the plant as sweat through the leaves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stored in the growing tips so the plant can reuse them quickly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Plants do not make any wastes, so there is nothing to store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stored in non-vital parts such as bark, old leaves, fruits and flowers, which are later shed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examines slides of a young green mango leaf and an old yellow mango leaf under a light microscope. They count needle-shaped crystals in 3 fields of view for each leaf. Which result would support the idea that old leaves store wastes?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number of crystals in both leaves, as all leaves hold equal wastes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Crystals only in the veins of the young leaf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crystals in the young green leaf than in the old yellow leaf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crystals in the old yellow leaf than in the young green leaf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leaf microscopy practical, learners add a drop of iodine to a second slide of leaf tissue. Why do they do this?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make the leaf tissue produce more crystals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dissolve calcium oxalate crystals so they can be counted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check for starch, which stains blue-black, so it is not mistaken for crystals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kill the cells so the crystals become bigger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sees needle-shaped crystals in old leaf tissue. After adding a drop of ethanoic acid at the edge of the coverslip, the crystals do not dissolve. Which conclusion is best supported?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crystals are probably sugar, because sugar never dissolves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crystals are probably calcium oxalate, which does not dissolve in ethanoic acid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crystals are probably starch, because they stain blue-black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crystals are probably calcium carbonate, because they fizz in acid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group looks carefully at slides of an old leaf and finds no crystals in any field of view. What should the group do?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crystals anyway so their result matches the other groups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Throw away the slide and copy another group's results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honestly that no crystals were seen, record it as data, and look in other places such as the veins or the leaf edge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that the old leaf stores no wastes at all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find more calcium oxalate crystals in old yellow leaves than in young leaves. Which reasoning best explains why leaf fall counts as excretion?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Wastes are locked in a harmless solid form in tissue the plant no longer needs, and they are removed when the leaf falls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 fall removes crystals from the young leaves, which are the main storage site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crystals dissolve in the yellow leaf and leave as droplets at the leaf edges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 fall only helps the plant to lose water vapour through stomata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 revise the class model of plant excretion. Which pair correctly matches a waste with how it is removed?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Calcium oxalate crystals stored in old leaves: removed when the leaves are shed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Droplets at leaf edges (guttation): deposited as crystals in bark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vapour: removed when old leaves fall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Resin: breathed out through the stomata as a gas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Excretion in Plants - Lesson 3 Quick Check</dc:title>
  <dc:subject>PptxGenJS Presentation</dc:subject>
  <dc:creator>PptxGenJS</dc:creator>
  <cp:lastModifiedBy>PptxGenJS</cp:lastModifiedBy>
  <cp:revision>1</cp:revision>
  <dcterms:created xsi:type="dcterms:W3CDTF">2026-10-02T04:54:43Z</dcterms:created>
  <dcterms:modified xsi:type="dcterms:W3CDTF">2026-10-02T04:54:43Z</dcterms:modified>
</cp:coreProperties>
</file>