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Cash from Waste: Categorising Plant Excretory Products and Their Value in Kenya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2.3: Excretion in Plants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field walk, a learner crushes a lemongrass leaf and smells a strong scent. Which type of plant excretory product is mainly responsible for this smell?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Gums and resins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oils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Latex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Tannins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matches the plant excretory product with its type and plant source?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 arabic - alkaloid - Acacia senegal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Papain - essential oil - papaya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Rubber - latex - Hevea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Quinine - tannin - Cinchona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'Latex from a rubber tree is the blood of the plant.' Which statement correctly describes latex?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fluid that carries oxygen around the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milky fluid stored in special cells and vessels, and it is not blood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sugar solution made in the leaves and sent to the roots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water and minerals moving up from the roots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CER argument. Claim: Plant excretory products are valuable in Kenyan markets. Evidence: quinine from Cinchona bark, rubber from Hevea latex and gum arabic from Acacia. Which is the best reasoning?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products are valuable because they are the main food that plants make for growth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products are valuable because they come only from plants that grow in Kenya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store these products in tissues such as bark and latex vessels, and people use their chemical properties, such as treating malaria, sealing and sticking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products are valuable because plants throw them away, so they are free and easy to collect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wants to move the DQB question 'Why is the sticky sap from the Acacia tree worth money?' to 'answered'. Which evidence from today best justifies the move?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sap oozes out only when the tree is cut, so it has no use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Acacia sap hardens into gum arabic, which collectors in Turkana and Marsabit sell, so a plant waste earns money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liquids that come out of plants are sold in markets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Acacia trees have thorns and grow in dry areas of Kenya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is updating its class model of plant excretion. Which annotation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Latex is made in the leaf glands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Gums and resins ooze out of stem wounds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oils are stored in latex vessels in the stem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Tannins are found only in the root hairs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contrasts guttation and transpiration in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the loss of latex from cut stems, but they happen at different times of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is loss of liquid water droplets from leaf edges (often on humid mornings), while transpiration is loss of water vapour, mainly through stomata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is loss of water vapour through stomata, while transpiration is loss of liquid droplets from leaf edges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Guttation happens only in old yellow leaves, while transpiration happens only in young leaves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in Plants - Lesson 4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