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BIOLOGY — GRADE 11  |  EXCRETION IN PLANTS</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2000" dirty="0">
                <a:solidFill>
                  <a:srgbClr val="D9EEF1"/>
                </a:solidFill>
                <a:latin typeface="Arial" pitchFamily="34" charset="0"/>
                <a:ea typeface="Arial" pitchFamily="34" charset="-122"/>
                <a:cs typeface="Arial" pitchFamily="34" charset="-120"/>
              </a:rPr>
              <a:t>Lesson 1: Where Do Plant Wastes Go? Gum, Droplets and Falling Leaves</a:t>
            </a:r>
            <a:endParaRPr lang="en-US" sz="20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2.3: Excretion in Plants   |   Lesson 1</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On a humid early morning, Grade 11 learners looked closely at grass and arrowroot (taro) leaves in the school garden. What did they see standing along the edges of the leaves?</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Yellow leaves dropping off</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Thick milky sap oozing out</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Amber resin that had hardened into a seal</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Small droplets of liquid</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During Think-Pair-Share, a learner predicts: 'The sticky sap from a cut Acacia is the plant's blood.' At this point in the lesson, what is the best scientific way to treat this idea?</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Record it as a prediction and test it later using evidence</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Reject it at once because the teacher has not agreed with it</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Ignore it because predictions made before teaching do not matter</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Accept it as true because a classmate said it</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 chart compares a running goat with a maize plant of the same body mass. It shows that the goat uses much more oxygen and food and makes much more nitrogenous waste. What does the chart show about the amount of nitrogenous waste the maize plant makes?</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same amount as the goat</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Much less than the goat</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None at all</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More than the goat</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Excretion is the removal of metabolic wastes from the body. Which of these is an example of excretion in a human?</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Removing urea in urine</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Breathing in oxygen</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Swallowing food</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Passing out undigested ugali fibre as faeces</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After the debate, a learner says: 'We now have ideas about why plants have no kidneys, but we still cannot say what the droplets on the edges of arrowroot leaves are or how they form.' Which statement is correct at this stage of the unit?</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plant is sick and is leaking liquid</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droplets are sweat from sweat glands on the leaf</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How the droplets form has not been explained yet and will be investigated in the next lesson</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droplets are urine made by tiny kidneys inside the leaf</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DQB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Learners are writing sticky-note questions for the Driving Question Board about oozing sap, leaf-edge droplets and falling leaves. Which question best fits the board, because it is about the phenomenon and cannot be answered yet?</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Did we go on a nature walk today?</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How many leaves does one arrowroot plant have?</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What colour is the gum from an Acacia?</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Why do arrowroot leaves have water drops along their edges in the morning?</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Model Building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While revising her drawing, a learner puts a question mark on the arrow showing how wastes leave the plant, because she cannot explain it yet. Why is this a good scientific move?</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means she did not take part in the lesson</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shows a gap in her model that needs to be investigated</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shows the drawing is completely wrong and must be rubbed out</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means the teacher will give the answer without any investigation</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Grade 11 - Excretion in Plants - Lesson 1 Quick Check</dc:title>
  <dc:subject>PptxGenJS Presentation</dc:subject>
  <dc:creator>PptxGenJS</dc:creator>
  <cp:lastModifiedBy>PptxGenJS</cp:lastModifiedBy>
  <cp:revision>1</cp:revision>
  <dcterms:created xsi:type="dcterms:W3CDTF">2026-10-01T20:16:55Z</dcterms:created>
  <dcterms:modified xsi:type="dcterms:W3CDTF">2026-10-01T20:16:55Z</dcterms:modified>
</cp:coreProperties>
</file>