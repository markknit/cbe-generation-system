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reativecommons.org/licenses/by-nc/4.0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BIOLOGY — GRADE 11  |  REPRODUCTION IN PLANTS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9659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7: Putting the Evidence Together: Why Cassava Cuttings Need No Seeds but Lone Pawpaw and Avocado Trees Need a Partner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multiple-choice questions  •  choose A, B, C or 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52578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Sub-Strand 2.1: Reproduction in Plants   |   Lesson 7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57607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SeaVuria and ARES. Aligned with KICD objectives. Developed by SeaVuria; technical implementation by ARES (with AI assistance from Claude). Licensed under </a:t>
            </a:r>
            <a:pPr indent="0" marL="0">
              <a:buNone/>
            </a:pPr>
            <a:r>
              <a:rPr lang="en-US" sz="900" u="sng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 4.0</a:t>
            </a:r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(https://creativecommons.org/licenses/by-nc/4.0/).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Predict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farmer in Kisumu plants a piece of cassava stem in the soil. It grows into a whole new plant without any flower, pollen or seed. Which statement best explains this?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stem cutting must first be pollinated by insects before it can grow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cutting grows only because it has a flower that is too small to see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roots and shoots grow from the stem tissue of the parent, so no flowers or fertilisation are needed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cutting is really a seed that is hidden inside the stem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 hibiscus flower, the anthers release their pollen before the stigma of the same flower is ready to receive it. What is this feature called, and what does it do?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Dioecy: male and female flowers are on separate plants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Protandry: the timing difference makes self-pollination less likely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Monoecy: male and female flowers are on the same plant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Herkogamy: the stigma and anthers are at different heights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maize plant has male tassels at the top and female cobs with silk lower down on the same plant. Which description is correct?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protandrous, because the cob grows from the tassel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self-incompatible, because it has no male parts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monoecious, because separate male and female flowers grow on the same plant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dioecious, because it has male and female parts on separate plants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4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During double fertilisation in a flowering plant, two sperm nuclei from the pollen tube enter the ovule. What does each one do?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forms the seed coat and the other forms the fruit wall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fuse with the egg to form two embryos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fuses with the egg to form the endosperm, and the other fuses with the polar nuclei to form the zygote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fuses with the egg to form the zygote, and the other fuses with the polar nuclei to form the endosperm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5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bean pod is opened and the seeds are found attached in a row along one edge of the pod. What type of placentation is this?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Parietal placentation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Free-central placentation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Axile placentation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Marginal placentation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6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pollination and fertilisation in a tomato flower, which part of the flower develops into the fruit and which part develops into the seeds?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ovary becomes the fruit and the ovules become the seeds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ovules become the fruit and the ovary becomes the seeds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petals become the fruit and the anthers become the seeds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stigma becomes the fruit and the style becomes the seeds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7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farmer in Kericho plants a whole field with cassava cuttings taken from one parent plant. A disease that attacks this variety arrives. Why is the whole field at high risk?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Cuttings produce seeds that carry the disease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Cuttings from one parent are genetically identical, so they all lack resistance to the disease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Cuttings need pollinators, and the disease kills them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Cuttings always grow more slowly than seeds, so they are weak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8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DQB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lone avocado tree in a compound in Kiambu is covered in flowers every year but never sets fruit. Which explanation best uses what we know about barriers to self-pollination?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Flowers are only for decoration, so they never lead to fruit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Avocado trees can only be grown from cuttings, so they cannot form fruit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 flowers cannot be fertilised by its own pollen (self-incompatibility), so it needs pollen from another avocado tree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tree has too many petals, which stop the ovary from growing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done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your teacher how to submit your answers today (for example, on a paper answer slip).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Biology Grade 11 - Reproduction in Plants - Lesson 7 Quick Check</dc:title>
  <dc:subject>PptxGenJS Presentation</dc:subject>
  <dc:creator>PptxGenJS</dc:creator>
  <cp:lastModifiedBy>PptxGenJS</cp:lastModifiedBy>
  <cp:revision>1</cp:revision>
  <dcterms:created xsi:type="dcterms:W3CDTF">2026-10-01T08:40:01Z</dcterms:created>
  <dcterms:modified xsi:type="dcterms:W3CDTF">2026-10-01T08:40:01Z</dcterms:modified>
</cp:coreProperties>
</file>