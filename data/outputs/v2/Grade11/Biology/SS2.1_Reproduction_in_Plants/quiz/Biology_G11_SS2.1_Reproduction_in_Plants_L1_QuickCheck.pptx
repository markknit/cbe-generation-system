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REPRODUCTION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Cuttings, Tubers and Lonely Trees: Why Do Plants Reproduce So Differently?</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2.1: Reproduction in Plants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Farmers in a Kenyan community plant pieces of cassava stem and sweet potato vines to get new plants, but they buy maize and bean seed before the long rains. Which statement best describes what the farmers are doing?</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All crops must be planted as seeds, so the cassava stem must contain hidden seeds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Maize and beans are grown from cuttings, while cassava is grown from seeds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Cassava and sweet potato need a flower on the cutting before they can grow</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Some crops are grown from pieces of stem or vine without seeds, while others are grown from seeds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examines a ginger piece with a hand lens. It is a thick stem that grows along or just under the soil. It has nodes with small buds along it. Which structure type is it?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Bulb</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Runner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Tuber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Rhizome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teacher cuts an onion bulb in half from top to bottom. What will learners see inside?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hard seed coat with a tiny embryo inside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short stem at the base with thick, fleshy leaves that store food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Many thin roots joined to a fruit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flower that has not yet opened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bryophyllum leaf has tiny plantlets growing on it. Where on the leaf do these plantlets grow?</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From a flower on the leaf surface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Only from the leaf stalk buried in the soil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From seeds in the middle of the leaf</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From the edge (margin) of the leaf</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Ferns and mushrooms reproduce by spores (sporulation). Which statement correctly tells a spore apart from a seed?</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contains an embryo and a food store, while a seed is a single cell</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and a seed are the same thing with different names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is a single cell with no stored food, while a seed contains an embryo and a food store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forms only inside flowers, while a seed forms on leaves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farmer grows a whole field of cassava from cuttings taken from one parent plant. A disease called cassava mosaic attacks, and the parent plant is weak against it. What is most likely to happen to the plants in the field?</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Because the plants are identical to the parent, many of them may also be weak against the disease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Each plant is different, so some will always resist the disease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Cuttings do not carry diseases, so the field will be safe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new plants will become stronger because they have no seeds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lone avocado tree in a compound is covered in flowers but never sets fruit. After today's lesson on cuttings, tubers, bulbs, rhizomes and runners, what is the best statement about this tree?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explained: avocado trees have no bulbs, so they cannot make fruit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not explained yet: it is a question for the Driving Question Board and the next lesson on flowers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explained: flowers on a tree always make fruit on their own</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explained: the tree reproduces by runners, so it does not need fruit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Reproduction in Plants - Lesson 1 Quick Check</dc:title>
  <dc:subject>PptxGenJS Presentation</dc:subject>
  <dc:creator>PptxGenJS</dc:creator>
  <cp:lastModifiedBy>PptxGenJS</cp:lastModifiedBy>
  <cp:revision>1</cp:revision>
  <dcterms:created xsi:type="dcterms:W3CDTF">2026-10-01T08:40:01Z</dcterms:created>
  <dcterms:modified xsi:type="dcterms:W3CDTF">2026-10-01T08:40:01Z</dcterms:modified>
</cp:coreProperties>
</file>