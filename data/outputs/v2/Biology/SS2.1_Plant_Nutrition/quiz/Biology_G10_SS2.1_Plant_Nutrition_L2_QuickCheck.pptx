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PLANT NUTRITION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Leaf Structure: The Architecture of a Photosynthetic Machine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Plant Nutrition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cross-section of a mango leaf, which layer has tall cells packed closely together just beneath the upper epidermis, each holding many chloroplasts?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mesophyll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Vascular bundle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epidermis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Spongy mesophyll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examines a mango leaf cross-section under a microscope and looks for stomata with guard cells. Where will she find most of them?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lower epidermis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upper epidermis, where the sun is strongest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palisade mesophyll layer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xylem vessels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spongy mesophyll of a leaf has many air spaces between its loosely arranged cells. What is the main function of these air spaces?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absorb sunlight for the palisade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carbon dioxide diffuse from the stomata to the photosynthesising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sugars made during photosynthesis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water from the roots to the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leaf vein (vascular bundle) contains xylem and phloem. Which statement correctly describes their roles?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carry only gases in and out of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brings water and minerals into the leaf, and phloem carries sugars away from the leaf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carries sugars away from the leaf, and phloem brings water and minerals 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absorbs light, and phloem prevents water loss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(sukuma wiki) plants in a Nairobi garden wilt at midday even though the soil is moist, then recover the next morning. Which explanation best fits leaf structure?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strong sun the stomata open wide, so water vapour escapes faster than the xylem can supply water, and the cells lose turgor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xylem vessels are permanently damaged by the sun and then repair themselves overnight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chloroplasts in the palisade cells burst at midday and are replaced at night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soil loses all its water at midday and gets it back at 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plants moved under the shade of a mango tree stop wilting, but over several weeks the leaves turn pale yellowish-green and the plants grow slowly. Which explanation uses leaf structure correctly?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cuticle thicker, which traps too much water in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light reaches the palisade cells, so less photosynthesis happens, leading to pale leaves and slow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blocks all gas exchange because the stomata are sealed shut permanently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xylem carry sugars instead of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revises her model of a sukuma wiki leaf by adding labelled arrows. Which set of arrows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xylem; water moves up the cuticle; water vapour exits through the palisade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above through the epidermis; water moves up the xylem; water vapour exits through the stoma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below; water moves down the xylem; sugars leave through the stoma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lower epidermis only; water moves up the phloem; oxygen enters the xylem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Plant Nutrition - Lesson 2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