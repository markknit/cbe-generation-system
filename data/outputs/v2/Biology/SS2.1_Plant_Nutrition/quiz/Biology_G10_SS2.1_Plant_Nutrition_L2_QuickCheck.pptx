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10  |  PLANT NUTRITION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Leaf Structure: The Architecture of a Photosynthetic Machine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Plant Nutrition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looking at a cross-section of a mango leaf. On which layer would you find most of the stomata, with a pair of guard cells around each one?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palisade mesophyll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waxy cuticle on the upper surface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xylem in the vascular bundle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lower epidermis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leaf cross-section, which layer sits just below the upper epidermis and is made of tightly packed, column-shaped cells full of chloroplasts?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epidermis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Spongy mesophyll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Palisade mesophyll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Phloem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spongy mesophyll has many air spaces between its cells. What is the main advantage of these air spaces?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carry sugars away from the leaf to the stem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absorb sunlight that passes through the epidermis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store extra water for the leaf to use at midday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let carbon dioxide diffuse easily to the cells inside the leaf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vascular bundle in a leaf contains xylem and phloem. Which statement describes their jobs correctly?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Xylem brings water and minerals to the leaf and phloem carries sugars away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Xylem carries sugars out of the leaf and phloem brings water into the leaf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Xylem and phloem both carry only carbon dioxide to the palisade cells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Xylem lets in light and phloem controls the opening of stomata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cuticle and the epidermis of a leaf are transparent (clear). Why is this useful to the plant?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allows water vapour to escape freely from the whole leaf surface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lets air spaces fill with sunlight at night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the xylem to see where water is needed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lets light pass through to the chloroplasts in the cells below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job of the two guard cells around a stoma?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protect the leaf by making a thick waxy layer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carry water from the roots to the leaf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open and close the stoma, controlling gas exchange and water vapour loss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make sugars using sunlight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midday in bright sun, a kale plant's stomata are wide open. The soil is still moist, yet the leaves wilt. Which explanation fits the leaf structure best?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guard cells close completely and trap heat inside the leaf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vapour leaves through the open stomata faster than the xylem can replace it, so the cells lose turgor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roots have permanently died, so no water can enter the plant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much water enters the leaf cells and they burst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kale plant is moved under the shade of a mango tree. Wilting stops, but over several weeks the leaves turn pale and the plant grows slowly. Which explanation uses leaf structure correctly?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shade blocks the xylem, so no water can reach the leaf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shade makes the guard cells lose their pores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light reaches the palisade cells, so the leaf makes less food and the plant grows slowly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shade makes the cuticle so thick that air cannot pass through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is revising her model of a kale leaf in a cross-section drawing. Which set of arrows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through the stoma, water moves down the xylem, and water vapour leaves through the vascular bundle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from above through the epidermis, water moves up the xylem, and water vapour leaves through a stoma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from below, water moves down the phloem, and water vapour enters through the cuticle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enters from above, sugars move up the xylem, and water vapour leaves through the palisade cells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10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observing a leaf cross-section, which Driving Question Board question could students already partly answer using today's evidence?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sukuma wiki leaves wilt at midday even when the soil is moist?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exactly makes the guard cells open the stoma?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are leaves green?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full chemical equation for photosynthesis?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10 - Plant Nutrition - Lesson 2 Quick Check</dc:title>
  <dc:subject>PptxGenJS Presentation</dc:subject>
  <dc:creator>PptxGenJS</dc:creator>
  <cp:lastModifiedBy>PptxGenJS</cp:lastModifiedBy>
  <cp:revision>1</cp:revision>
  <dcterms:created xsi:type="dcterms:W3CDTF">2026-09-30T03:08:01Z</dcterms:created>
  <dcterms:modified xsi:type="dcterms:W3CDTF">2026-09-30T03:08:01Z</dcterms:modified>
</cp:coreProperties>
</file>