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10  |  PLANT NUTRITION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2: Leaf Structure: The Architecture of a Photosynthetic Machine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2.1: Plant Nutrition   |   Lesson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cross-section of a mango leaf, which layer has tall cells packed closely together just beneath the upper epidermis, each holding many chloroplasts?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Palisade mesophyll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Vascular bundle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epidermis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Spongy mesophyll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examines a mango leaf cross-section under a microscope and looks for stomata with guard cells. Where will she find most of them?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lower epidermis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upper epidermis, where the sun is strongest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palisade mesophyll layer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xylem vessels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spongy mesophyll of a leaf has many air spaces between its loosely arranged cells. What is the main function of these air spaces?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absorb sunlight for the palisade cells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let carbon dioxide diffuse from the stomata to the photosynthesising cells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store sugars made during photosynthesis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carry water from the roots to the leaf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leaf vein (vascular bundle) contains xylem and phloem. Which statement correctly describes their roles?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carry only gases in and out of the leaf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Xylem brings water and minerals into the leaf, and phloem carries sugars away from the leaf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Xylem carries sugars away from the leaf, and phloem brings water and minerals in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Xylem absorbs light, and phloem prevents water loss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Kale (sukuma wiki) plants in a Nairobi garden wilt at midday even though the soil is moist, then recover the next morning. Which explanation best fits leaf structure?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strong sun the stomata open wide, so water vapour escapes faster than the xylem can supply water, and the cells lose turgor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xylem vessels are permanently damaged by the sun and then repair themselves overnight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chloroplasts in the palisade cells burst at midday and are replaced at night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soil loses all its water at midday and gets it back at night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Kale plants moved under the shade of a mango tree stop wilting, but over several weeks the leaves turn pale yellowish-green and the plants grow slowly. Which explanation uses leaf structure correctly?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 makes the cuticle thicker, which traps too much water in the leaf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light reaches the palisade cells, so less photosynthesis happens, leading to pale leaves and slow growth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 blocks all gas exchange because the stomata are sealed shut permanently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 makes the xylem carry sugars instead of water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revises her model of a sukuma wiki leaf by adding labelled arrows. Which set of arrows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enters through the xylem; water moves up the cuticle; water vapour exits through the palisade cells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enters from above through the epidermis; water moves up the xylem; water vapour exits through the stoma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enters from below; water moves down the xylem; sugars leave through the stoma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enters through the lower epidermis only; water moves up the phloem; oxygen enters the xylem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10 - Plant Nutrition - Lesson 2 Quick Check</dc:title>
  <dc:subject>PptxGenJS Presentation</dc:subject>
  <dc:creator>PptxGenJS</dc:creator>
  <cp:lastModifiedBy>PptxGenJS</cp:lastModifiedBy>
  <cp:revision>1</cp:revision>
  <dcterms:created xsi:type="dcterms:W3CDTF">2026-09-30T21:36:11Z</dcterms:created>
  <dcterms:modified xsi:type="dcterms:W3CDTF">2026-09-30T21:36:11Z</dcterms:modified>
</cp:coreProperties>
</file>