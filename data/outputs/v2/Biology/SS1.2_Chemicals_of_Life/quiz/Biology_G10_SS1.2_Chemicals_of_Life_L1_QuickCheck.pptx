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Predict: What Is Food Really Made Of?</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children live in the same village near Kisumu and eat about the same amount of food each day. Child A has a swollen belly, thin limbs and reddish hair. Child B looks healthy and energetic. Which of these is something you NOTICE (an observation) rather than a guess?</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B has more money than Child A's family.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was born with a disease.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is sick because something is missing from the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has a swollen belly and thin limbs.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Child A eats ugali (maize starch) as the main meal every day. Child B eats githeri (maize and beans) regularly. Which statement matches the information given about the two children?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children eat only ugali every day.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children live in different parts of Kenya.</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children eat about the same amount of food and live in the same village near Kisumu.</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B eats much more food each day than Child A.</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is filling in a two-column table about the two Kisumu children: 'What the evidence shows us' and 'What we still need to find out'. Which entry belongs in the SECOND column?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specific chemicals are different between ugali and githeri.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B eats githeri and looks healthy and energetic.</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children live in the same village near Kisumu.</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eats ugali every day and has a swollen belly.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Right now the class has only seen photographs and read a short card about the two children. Which is the best response to the question 'Why do the two children have such different bodies?'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 do not know yet. We need to find out what the two foods are made of before we can explain 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 with the swollen belly is just tired from playing too much.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bad food and githeri is good food, so nothing more needs to be studied.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A is not eating enough food, and that is the only reason.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Chemical Families Card Sort, groups match foods such as ugali, githeri, sukuma wiki, nyama choma, fish from Lake Victoria and mandazi to the chemical family each is richest in. Which of these lists names the six chemical families used in the card sort?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vitamins, mineral salts, oxygen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Starch, ugali, beans, oil, salt, water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vitamins, fibre, air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vitamins, mineral salts,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card sort and gallery walk, some groups disagree about which chemical family a food is richest in, and nobody corrects them. How will the class find out which matches are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doing chemical tests on foods in the next lessons.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choosing the match that sounds most scientific.</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asking the group with the neatest handwriting.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voting for the match that most groups chose.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 have drawn your first model of what happens inside the body of each child, and written 'My model cannot yet explain ___ because ___'. Which statement about this first model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your best current explanation and will be revised as you learn more.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should be erased if it turns out to be wrong.</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must use all the correct chemical names before it is finished.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your final answer for the whole unit.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1 Quick Check</dc:title>
  <dc:subject>PptxGenJS Presentation</dc:subject>
  <dc:creator>PptxGenJS</dc:creator>
  <cp:lastModifiedBy>PptxGenJS</cp:lastModifiedBy>
  <cp:revision>1</cp:revision>
  <dcterms:created xsi:type="dcterms:W3CDTF">2026-09-30T07:55:20Z</dcterms:created>
  <dcterms:modified xsi:type="dcterms:W3CDTF">2026-09-30T07:55:20Z</dcterms:modified>
</cp:coreProperties>
</file>