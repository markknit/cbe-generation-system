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10  |  CHEMICALS OF LIFE</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2: What Is Food Really Made Of? Introducing the Six Chemicals of Life</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1.2: Chemicals of Life   |   Lesson 2</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Two children in the same village in Kisumu eat about the same amount of food every day. Child A eats only ugali and develops a swollen belly and thin limbs (kwashiorkor). Child B eats githeri (maize and beans) and stays healthy. Which idea best explains the difference?</a:t>
            </a:r>
            <a:endParaRPr lang="en-US" sz="16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Child B simply eats more food than Child A</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two foods are made of different chemicals, and ugali has very little protein</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Ugali has no nutrients at all</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Child A is ill only because he drinks too little water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list correctly names the six major chemicals of life?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Carbohydrates, proteins, energy, nucleic acids, vitamins/minerals, water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Carbohydrates, proteins, lipids, nucleic acids, vitamins/minerals, water</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Starch, sugar, proteins, lipids, vitamins/minerals, water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Carbohydrates, proteins, lipids, fibre, vitamins/minerals, water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During the food card sort, a learner places beans under carbohydrates because 'githeri is just a starch food'. Which response best corrects this idea?</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Beans are a rich source of protein, so they belong under proteins even though maize in githeri is mostly carbohydrate</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Beans belong under vitamins because they are small and round</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Beans belong under water because they are cooked in water</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Beans belong under carbohydrates because all plant foods are mainly starch</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child who eats only ugali gets plenty of energy from starch but still develops kwashiorkor. What is the best explanation?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child gets too much protein from ugali</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Starch is harmful and damages the body</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Carbohydrates supply energy, but ugali has almost no protein, so the body cannot build and repair its tissues</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Energy is not needed by the body, so the starch is wasted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writes this on a green sticky note: 'I now understand that ugali has no nutrients at all.' Which statement is the correct improvement?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Ugali is made only of water</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Ugali is rich in carbohydrate for energy, but it has too little protein to build and repair the body</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Ugali is a poor food because it has no carbohydrate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Ugali contains more protein than githeri</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You draw a model with one circle for ugali and one for githeri, showing the six chemicals of life in each. Which feature would show the biggest chemical difference that explains the health of the two children?</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larger water section in the ugali circle only</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much larger carbohydrate section in the githeri circle than in the ugali circle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larger protein section in the githeri circle than in the ugali circle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No difference at all between the two circles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pairing of a Kenyan food with the chemical of life it is especially rich in is correct?</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Sukuma wiki: lipids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Omena: carbohydrates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Ugali: proteins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Avocado: lipids (fats and oils)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10 - Chemicals of Life - Lesson 2 Quick Check</dc:title>
  <dc:subject>PptxGenJS Presentation</dc:subject>
  <dc:creator>PptxGenJS</dc:creator>
  <cp:lastModifiedBy>PptxGenJS</cp:lastModifiedBy>
  <cp:revision>1</cp:revision>
  <dcterms:created xsi:type="dcterms:W3CDTF">2026-10-02T04:54:42Z</dcterms:created>
  <dcterms:modified xsi:type="dcterms:W3CDTF">2026-10-02T04:54:42Z</dcterms:modified>
</cp:coreProperties>
</file>