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Elements and Compounds of Life: What Is Wanjiru's Lunch Made Of?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meal has ugali (about 70 g carbohydrate), beans (about 20 g protein and 15 g carbohydrate), sukuma wiki (about 3 g protein plus fibre) and cooking oil (about 10 g fat). What is the total mass of carbohydrate in the meal?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Otieno heats a small piece of dry maize flour in a flame and it turns black. Table salt heated in the same flame does not turn black. What does the black residue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flour contains salt, which turns black when heated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flour contains carbon, which is present in organic compounds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flour contains iron, which turns black when heated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maize flour contains water, which turns black when heated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(a carbohydrate) is made of C, H and O. Which element is found in proteins, such as those in beans and milk, but is NOT found in carbohydrates like starch?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(O)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 (N)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 (H)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(C)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contains ONLY organic compounds found in Wanjiru's meal?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Protein, calcium salts, fat, 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Starch, water, fat, vitamin C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Water, iron salts, calcium salts, protein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Starch, protein, fat, vitamin 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found in every living thing and in all foods, yet it is placed in the inorganic column.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a liquid and organic compounds are always solids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not a chemical, so it cannot be organic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made of only hydrogen and oxygen and has no carbon bonded to hydrogen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not found inside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rose after she ate a meal containing about 70 g carbohydrate in ugali, about 20 g protein in beans and about 10 g fat from cooking oil. Which claim and evidence is best supported by this data?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most likely the cause, because it is found in all foods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is most likely the cause, because beans contain 20 g of 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is most likely the cause, because cooking oil is added to the meal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 is most likely the cause, because the meal contains about 70 g of it in ugali, more than any other nutrient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model, the first box 'Food chemicals' is filled in, but the box 'Glucose in blood' is left as a question mark.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the kinds of chemicals in the lunch, but we do not yet know which one becomes glucose or how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Carbohydrates have no link to the glucose rise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is never found in blood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finished and no more boxes are needed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2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