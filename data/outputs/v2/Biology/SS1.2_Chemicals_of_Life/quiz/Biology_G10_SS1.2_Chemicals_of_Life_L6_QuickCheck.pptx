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10  |  CHEMICALS OF LIFE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6: Absorption, Respiration and Regulation: Explaining the Fall Back to 4.5 mmol/L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1.2: Chemicals of Life   |   Lesson 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Wanjiru's blood glucose reached a peak of 8.0 mmol/L at 60 minutes after her meal of ugali, sukuma wiki and beans. Suppose nothing removed glucose from her blood after that time. What would her blood glucose concentration do?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would keep rising without limit because glucose is made in the blood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would stay high, close to 8.0 mmol/L, because nothing is taking glucose out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would fall back to 4.5 mmol/L anyway because glucose slowly disappears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would fall because glucose is lost in sweat and urine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Wanjiru's blood glucose was 8.0 mmol/L at 60 minutes and 6.5 mmol/L at 90 minutes. By how much did it fall in this 30-minute interval?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mmol/L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 mmol/L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 mmol/L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14.5 mmol/L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Wanjiru's blood glucose rose by 3.5 mmol/L in the first 60 minutes (4.5 to 8.0). It then fell by 3.5 mmol/L from 60 to 180 minutes (8.0 to 4.5). How many times longer did the fall take than the rise?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times as long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times as long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time, because both changes are 3.5 mmol/L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as long, because the body removes glucose quickly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role-play of glucose after a meal, a learner holds up insulin cards when the blood glucose is high. Which statement correctly describes insulin?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pancreas releases insulin, and it causes cells, the liver and muscles to take up glucose from the blood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small intestine releases insulin, and it moves glucose into the blood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Insulin is a food that gives the body energy when we eat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liver releases insulin, and it digests starch into glucose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body cells, glucose is used in respiration to release energy. Which equation correctly shows respiration?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Glucose + water gives starch + oxygen + energy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Glucose + carbon dioxide gives oxygen + water + energy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Glucose + oxygen gives carbon dioxide + water + energy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Glucose + oxygen gives glycogen + carbon dioxide + energy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a meal, some glucose is not needed straight away. What happens to this excess glucose?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removed from the body as sugar in urine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changed to insulin in the pancreas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destroyed in the blood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stored as glycogen in the liver and muscles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write a Claim-Evidence-Reasoning explanation of Wanjiru's graph. Which piece of evidence best shows that the glucose in the blood came from digesting the starch in ugali?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blood glucose fell by 3.5 mmol/L over 120 minutes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normal fasting range of blood glucose is 4.0 to 5.5 mmol/L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Saliva containing amylase, kept at 37 degrees C with starch, gave a brick-red colour with Benedict's test after 10 minutes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Sukuma wiki is a green vegetable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flow diagram shows the correct order of the final model that explains Wanjiru's blood glucose graph?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chemicals, then digestion by enzymes, then glucose in blood, then cells (respiration) and storage, then back to normal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chemicals, then glucose in blood, then digestion by enzymes, then cells and storage, then back to normal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Digestion by enzymes, then food chemicals, then glucose in blood, then back to normal, then cells and storage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chemicals, then cells and storage, then digestion by enzymes, then glucose in blood, then back to normal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10 - Chemicals of Life - Lesson 6 Quick Check</dc:title>
  <dc:subject>PptxGenJS Presentation</dc:subject>
  <dc:creator>PptxGenJS</dc:creator>
  <cp:lastModifiedBy>PptxGenJS</cp:lastModifiedBy>
  <cp:revision>1</cp:revision>
  <dcterms:created xsi:type="dcterms:W3CDTF">2026-10-05T03:57:28Z</dcterms:created>
  <dcterms:modified xsi:type="dcterms:W3CDTF">2026-10-05T03:57:28Z</dcterms:modified>
</cp:coreProperties>
</file>