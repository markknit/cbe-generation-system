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10  |  CHEMICALS OF LIFE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5: Water, Mineral Salts and Enzymes in Digestion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1.2: Chemicals of Life   |   Lesson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Wanjiru's blood glucose rose from 4.5 to 8.0 mmol/L after she ate ugali, which is mostly starch. Why must starch be digested before it can raise her blood glucose?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is a very large insoluble molecule and must be broken down into small soluble sugars first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is already glucose, but it needs to be warmed to 37 degrees C first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turns directly into blood once it is swallowed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Saliva only makes the food wet so it can be swallowed, and this is all that is needed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an investigation, tube A has starch and saliva. Tube B has starch and boiled saliva. Both are kept at about 37 degrees C. Why is tube B included?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make sure there is more liquid to test with iodine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show that boiled saliva digests starch faster than fresh saliva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test whether Benedict's solution can change colour without heating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show that the changes in tube A are caused by active saliva and not by warmth or time alone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10 minutes, a sample from the tube of starch and fresh saliva at 37 degrees C gives a yellow-brown colour with iodine and a brick-red colour with Benedict's solution after heating. What do these results show?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is still present, and the saliva has turned into a reducing sugar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has been used up and a reducing sugar is now present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is still present and no sugar has formed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has increased and Benedict's solution has turned it into protein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tube of starch and saliva was boiled before the test and stayed blue-black with iodine after 10 minutes. What is the correct explanation?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Boiling turned the enzyme into starch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Boiling made the starch molecules too big to be digested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Boiling used up all the enzyme by making it work too fast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Boiling denatured the enzyme, so it could no longer digest starch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tube of starch and fresh saliva is placed in ice at 0 degrees C. After 10 minutes it is still blue-black with iodine. What does this tell us about the enzyme?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enzyme is inactive at this low temperature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enzyme works fastest at 0 degrees C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enzyme is not needed to digest starch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enzyme has been denatured and destroyed for ever by the cold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is an inorganic compound found in the starch solution and in saliva. What is its main role in the digestion of starch?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enzyme that breaks starch into sugar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medium in which the enzyme and starch react and in which the digested sugars are carried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makes the enzyme a protein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changes the iodine from blue-black to yellow-brown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is revising the 'Digestion by enzymes' box in the class model. Which statement about salivary amylase should they write?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protein catalyst that speeds up the digestion of starch to maltose, and it is not used up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lipid that stores energy in the mouth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carbohydrate that is used up as it digests starch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mineral salt that works best at 0 degrees C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10 - Chemicals of Life - Lesson 5 Quick Check</dc:title>
  <dc:subject>PptxGenJS Presentation</dc:subject>
  <dc:creator>PptxGenJS</dc:creator>
  <cp:lastModifiedBy>PptxGenJS</cp:lastModifiedBy>
  <cp:revision>1</cp:revision>
  <dcterms:created xsi:type="dcterms:W3CDTF">2026-10-05T03:57:28Z</dcterms:created>
  <dcterms:modified xsi:type="dcterms:W3CDTF">2026-10-05T03:57:28Z</dcterms:modified>
</cp:coreProperties>
</file>