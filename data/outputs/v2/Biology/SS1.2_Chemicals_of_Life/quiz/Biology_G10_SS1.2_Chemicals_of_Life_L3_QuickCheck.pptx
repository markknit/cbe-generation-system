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Carbohydrates: Starch and Sugars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2-3 drops of iodine solution to some maize flour mixed with water. Which result shows that starch is present?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brick-red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blue-black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yellow-orange and stays clear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green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mixes 2 cm3 of mashed ripe banana solution with 2 cm3 of Benedict's solution and heats it in a hot water bath for 4 minutes. It turns orange to brick-red. What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banana contains 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banana contains a lot of reducing sugar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banana contains protein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banana contains no carbohydrate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turns blue-black with iodine solution but stays blue when heated with Benedict's solution. What does this tell us about the carbohydrate in ugali before digestion?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starch but no reducing sugar such as glucose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no carbohydrate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both starch and a lot of glucose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glucose but no starch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has no reducing sugar, yet Wanjiru's blood glucose went up after she ate it. Which statement best explains this?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already glucose, so it passes straight into the blood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 turn into starch in the stomach, which raises the glucose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changes into protein, which then enters the blood as glucose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made of many glucose units joined together, so it must be broken down into glucose before entering the blood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concentration was 4.5 mmol/L before lunch and reached a peak of 8.0 mmol/L after 60 minutes. By how much did it rise, in mmol/L?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food tests, the class DQB has these four questions. Which one can the class now answer using the test results?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body use only carbohydrates for energy?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Wanjiru's blood glucose fall after 60 minutes?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enzyme breaks starch into glucose?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ugali and maize flour contain starch?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the chain from ugali to blood glucose is supported by today's evidence and should be added to the 'food chemicals' box of the class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made of glucose units, so it can be a source of the glucose in the blood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Nyama choma gives a blue-black result with iodine, so it is the main source of starch in Wanjiru's lunch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gives a brick-red result with Benedict's solution, so it already contains glucose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sweet foods contain carbohydrates, so ugali cannot be a source of glucose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3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