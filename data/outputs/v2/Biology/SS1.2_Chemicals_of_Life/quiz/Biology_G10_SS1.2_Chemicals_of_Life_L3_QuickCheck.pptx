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10  |  CHEMICALS OF LIFE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Observe (Part 2): Lipids and Vitamins — Structure, Function, and Food Tests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Chemicals of Life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rubs mashed groundnuts on a piece of brown paper bag and waits 5 minutes for it to dry. Which observation shows that the groundnuts contain lipids?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translucent (greasy) spot stays on the paper even after it is dry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wet spot appears but disappears completely once the paper dries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stays completely dry and unmarked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turns a purple colour where the food was rubbed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ethanol emulsion test, a learner dissolves a food sample in ethanol, then pours the clear ethanol layer into a test tube of distilled water. What result shows that lipid is present?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stays clear and colourless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cloudy white emulsion forms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bubbles and gives off heat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turns purple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tests ugali paste (maize starch) with both the translucent spot test and the ethanol emulsion test. Which set of results would you expect?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translucent spot and a cloudy white emulsion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permanent translucent spot but a cloudy white emulsion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permanent translucent spot and a clear solution in water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translucent spot but a clear solution in water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row correctly matches a vitamin with its type and the deficiency disease it causes?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C: fat-soluble; deficiency causes scurvy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A: fat-soluble; deficiency causes night blindness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B-complex vitamins: fat-soluble; deficiency causes beriberi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D: water-soluble; deficiency causes rickets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child eats a meal rich in vitamin A but has almost no fat in their diet. Why might the child still develop night blindness?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A is fat-soluble and needs dietary fat to be absorbed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A is a protein, so it cannot be used without amino acids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destroys vitamin A in the stomach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A is water-soluble and is washed out of the body too quickly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chemical level, what is a lipid (fat) made of?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Vitamins joined to a mineral salt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glycerol backbone joined to fatty acid chains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chains of amino acids joined together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glucose units joined in a long chain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the roles of lipids in living organisms?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Lipids are harmful chemicals that the body does not need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Lipids only provide vitamins and have no other role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Lipids store energy and are part of cell membranes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Lipids are the main chemicals used to build muscles and repair tissues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10 - Chemicals of Life - Lesson 3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