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Building Life's Molecules: Structure of Carbohydrates and Proteins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mostly starch, which is a long chain made of many small units joined together. Which small unit is repeated in a starch chain?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glucose molecules join to form maltose, a disaccharide. What is the name of the bond that joins them?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Glycosidic bond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 bond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bond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bond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model, each bottle top is an amino acid and each straw is a peptide bond. A group joins 3 bottle tops in a single chain to make a tripeptide. How many straws (peptide bonds) do they need?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built protein models using bottle tops of different colours for different R-groups. What does this model show about why proteins are so varied?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amino acids can be joined in many different orders and combinations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made of only one type of amino acid repeated many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protein uses a different kind of bond to join its units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varied because they contain more glucose than starch does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 is stored in animal tissue such as the meat in nyama choma. On a chart with the columns Monosaccharide, Disaccharide, Polysaccharide and Protein, where does glycogen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Monosaccharide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Polysaccharide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Disaccharide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contains carbon, hydrogen and oxygen only. Which extra element is found in amino acids but NOT in glucose?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from Kisumu eats only ugali every day and develops a swollen belly and thin limbs. Which explanation is best?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glucose, so the child has no energy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Githeri contains more starch than ugali, so it prevents kwashiorkor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not enough in quantity, and the child would be healthy if given more ugali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gives glucose for energy but no amino acids, so the body cannot build proteins such as muscle and albumin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a molecule with its main function in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energy storage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a transport protein that carries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Glucose: transports oxygen in the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Glycogen: body building and repair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4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