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10  |  CHEMICALS OF LIFE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Proteins and Lipids: Do They Cause the Glucose Spike?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1.2: Chemicals of Life   |   Lesson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tests, a learner says: "Iodine shows starch in ugali, so I will use iodine to find out whether beans contain protein." Which response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Iodine will turn violet if protein is present, so the plan works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Iodine tests for all food chemicals, so it will show protein and fat as well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Iodine tests for starch only, so a different test (the biuret test) is needed for protein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cannot be tested for in the laboratory, so beans must be judged by taste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adds 2 cm³ of dilute sodium hydroxide and then 2-3 drops of dilute copper sulphate to a tube of bean paste mixed with water. The mixture turns violet (purple). What does this result show?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beans contain starch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beans contain protein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beans contain lipids (fats and oils)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beans contain reducing sugar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rubs crushed groundnuts on a piece of brown paper, dries it gently and holds it up to the light. A translucent (see-through) spot is left on the paper. What does this show?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groundnuts contain starch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groundnuts contain protein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groundnuts contain lipids (oil)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groundnuts contain only water, which has made the paper thin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row correctly matches each food chemical to the smaller units it is built from?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Carbohydrates: glucose units; proteins: amino acids; lipids: fatty acids and glycerol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Carbohydrates: glucose units; proteins: fatty acids and glycerol; lipids: amino acids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Carbohydrates: amino acids; proteins: glucose units; lipids: fatty acids and glycerol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Carbohydrates: fatty acids and glycerol; proteins: glucose units; lipids: amino acids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Wanjiru's ugali contains about 70 g of carbohydrate and about 10 g of fat. About how many times more carbohydrate than fat is this?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times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times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times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0.14 times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Beans, milk and groundnuts are not the main cause of the glucose spike after a meal. Why do they still matter for the body?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turned into glucose immediately, so they cause the spike as well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only add sweetness, so they have no use in the body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replace carbohydrates completely, so ugali is not needed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Proteins in them are used for growth and repair of body tissues, and lipids are used for energy storage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are updating their flow-diagram model of what happens to a meal of ugali, beans and cooking oil. Which arrow should be drawn thick, as the main cause of the glucose spike in the blood?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Proteins (beans, nyama choma) to glucose in blood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Carbohydrates (starch in ugali) to glucose in blood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Proteins and lipids to glucose in blood, equally with carbohydrates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Lipids (cooking oil, groundnuts) to glucose in blood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10 - Chemicals of Life - Lesson 4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