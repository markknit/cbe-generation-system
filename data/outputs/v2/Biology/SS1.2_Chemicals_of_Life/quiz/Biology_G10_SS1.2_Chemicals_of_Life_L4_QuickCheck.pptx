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10  |  CHEMICALS OF LIFE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4: Building Life's Molecules: Structure of Carbohydrates and Proteins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1.2: Chemicals of Life   |   Lesson 4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Ugali is mostly starch, which is a long chain made of many small units joined together. Which small unit is repeated in a starch chain?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Amino acid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Maltose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Glucose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Glycogen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glucose molecules join to form maltose, a disaccharide. What is the name of the bond that joins them?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Glycosidic bond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Peptide bond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Protein bond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Amino bond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model, each bottle top is an amino acid and each straw is a peptide bond. A group joins 3 bottle tops in a single chain to make a tripeptide. How many straws (peptide bonds) do they need?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Groups built protein models using bottle tops of different colours for different R-groups. What does this model show about why proteins are so varied?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 amino acids can be joined in many different orders and combinations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Proteins are made of only one type of amino acid repeated many times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protein uses a different kind of bond to join its units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Proteins are varied because they contain more glucose than starch does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Glycogen is stored in animal tissue such as the meat in nyama choma. On a chart with the columns Monosaccharide, Disaccharide, Polysaccharide and Protein, where does glycogen belong?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Monosaccharide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Polysaccharide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Protein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Disaccharide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Glucose contains carbon, hydrogen and oxygen only. Which extra element is found in amino acids but NOT in glucose?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Oxygen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Hydrogen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Nitrogen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Carbon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child from Kisumu eats only ugali every day and develops a swollen belly and thin limbs. Which explanation is best?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Ugali contains no glucose, so the child has no energy at all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Githeri contains more starch than ugali, so it prevents kwashiorkor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Ugali is not enough in quantity, and the child would be healthy if given more ugali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Ugali gives glucose for energy but no amino acids, so the body cannot build proteins such as muscle and albumin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8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End of lesson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pair correctly matches a molecule with its main function in the body?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Haemoglobin: energy storage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Haemoglobin: a transport protein that carries oxygen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Glucose: transports oxygen in the blood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Glycogen: body building and repair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10 - Chemicals of Life - Lesson 4 Quick Check</dc:title>
  <dc:subject>PptxGenJS Presentation</dc:subject>
  <dc:creator>PptxGenJS</dc:creator>
  <cp:lastModifiedBy>PptxGenJS</cp:lastModifiedBy>
  <cp:revision>1</cp:revision>
  <dcterms:created xsi:type="dcterms:W3CDTF">2026-10-02T04:54:42Z</dcterms:created>
  <dcterms:modified xsi:type="dcterms:W3CDTF">2026-10-02T04:54:42Z</dcterms:modified>
</cp:coreProperties>
</file>