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— GRADE 10  |  TRIGONOMETRY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Tangent and the Sine–Cosine–Tangent Relationship: Solving the Mango-Tree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Trigonometry I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Kisumu, a student measures the sun's angle with the ground as 53°. The mango tree's shadow on the ground is 9.0 m long. She wants the tree's height. The tree is vertical and the ground is horizontal. Which ratio links the two lengths she knows or wants (height and shadow) with the 53° angle?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ratio works unless she first measures the length of the sun's ray (the hypotenuse)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53°, because sine is the most useful ratio for every triangle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53°, because the shadow is on the ground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53°, because it links the opposite side (height) and the adjacent side (shadow)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triangle, sin θ = O/H and cos θ = A/H. What do we get when we simplify (O/H) ÷ (A/H) = (O/H) × (H/A)?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O/A, which is tan θ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H/A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right-angled triangle has sides of 6 cm, 8 cm and 10 cm (the hypotenuse). For the angle θ opposite the 6 cm side, what is tan θ?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1.33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mathematical tables, sin 40° = 0.6428 and cos 40° = 0.7660. Using tan θ = sin θ ÷ cos θ, what is tan 40° to 3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pair finds that for one angle, sin θ ÷ cos θ is 0.8391 and tan θ read from tables is 0.8390. What is the most sensible explanation of this tiny difference?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used the wrong triangle, because tan changes with the size of the triangle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identity only works for 45°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values are rounded, so tiny differences are expected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identity tan θ = sin θ / cos θ does not work for that angle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"We can already get tan θ from sin θ and cos θ, so tan is unnecessary." What is the best reply?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can only be used when the hypotenuse is known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is only used for angles bigger than 90°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right: tan is redundant and is never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is a convenient shortcut when we know an angle and one side but not the hypotenuse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sun makes an angle of 53° with the ground. A vertical mango tree of height h casts a 9.0 m shadow along the ground, and the 53° angle is at the end of the shadow, between the ground and the sun's ray. Which statement is correct?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9.0 m shadow is the side opposite the 53° angle, and the tree height h is the side adjacent to 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the shadow and the tree are adjacent to the 53° angle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9.0 m shadow is the side adjacent to the 53° angle, and the tree height h is the side opposite 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9.0 m shadow is the hypotenuse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mango tree has a shadow 9.0 m long when the sun makes an angle of 53° with the ground. Given tan 53° = 1.3270 and tan 53° = h ÷ 9.0, what is the height h of the tree?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5.42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11.943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7.19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6.78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is 1.6 m tall and her shadow is 1.2 m long. At the same time, a mango tree has a shadow 9.0 m long. Using similar triangles, (tree height) ÷ 9.0 = 1.6 ÷ 1.2. What is the height of the tree?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14.4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6.75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'Ratio Web' in the Trigonometry Model, tan θ is linked to sin θ and cos θ. For an angle of 53°, sin 53° ≈ 0.799 and cos 53° ≈ 0.602. Using the identity, what is tan 53° to 3 decimal places?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1.327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0.481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1.401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Mathematics Grade 10 - Trigonometry I - Lesson 4 Quick Check</dc:title>
  <dc:subject>PptxGenJS Presentation</dc:subject>
  <dc:creator>PptxGenJS</dc:creator>
  <cp:lastModifiedBy>PptxGenJS</cp:lastModifiedBy>
  <cp:revision>1</cp:revision>
  <dcterms:created xsi:type="dcterms:W3CDTF">2026-09-30T03:08:01Z</dcterms:created>
  <dcterms:modified xsi:type="dcterms:W3CDTF">2026-09-30T03:08:01Z</dcterms:modified>
</cp:coreProperties>
</file>