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creativecommons.org/licenses/by-nc/4.0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MATHEMATICS — GRADE 10  |  TRIGONOMETRY I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31520" y="196596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Check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88036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4: Tangent and the Sine–Cosine–Tangent Relationship: Solving the Mango-Tree Problem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multiple-choice questions  •  choose A, B, C or 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Sub-Strand 3.1: Trigonometry I   |   Lesson 4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57607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SeaVuria and ARES. Aligned with KICD objectives. Developed by SeaVuria; technical implementation by ARES (with AI assistance from Claude). Licensed under </a:t>
            </a:r>
            <a:pPr indent="0" marL="0">
              <a:buNone/>
            </a:pPr>
            <a:r>
              <a:rPr lang="en-US" sz="900" u="sng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BY-NC 4.0</a:t>
            </a:r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(https://creativecommons.org/licenses/by-nc/4.0/).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1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Predict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student in Kisumu measures the sun's angle with the ground as 53°. The shadow of a vertical mango tree on level ground is 9.0 m long. Which equation connects the angle, the shadow and the tree's height h directly?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tan 53° = 9.0 / h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tan 53° = h / 9.0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 53° = h / 9.0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53° = h / 9.0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2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a right-angled triangle, sin θ = O/H and cos θ = A/H. What is sin θ ÷ cos θ, that is (O/H) ÷ (A/H), after simplifying?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(O × A) / H²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/ H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/ A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/ O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3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mathematical tables, sin 40° = 0.6428 and cos 40° = 0.7660. What is sin 40° ÷ cos 40°, to 3 decimal places, and which table value does it match?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1.41, which matches tan 40°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0.839, which matches tan 40°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1.19, which matches tan 50°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0.49, which matches tan 40°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4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have proved that tan θ = sin θ / cos θ, so tan can be found from sin and cos. Why is the tangent ratio still useful?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is only useful when we know the hypotenuse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gives a direct route when we know an angle and one of the opposite or adjacent sides but not the hypotenuse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is only useful for angles of 53°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is not useful, because sin and cos can always replace it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5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sun's rays make a 53° angle with level ground. A vertical tree of height h casts a 9.0 m shadow on the ground, forming a right-angled triangle. The 53° angle is at the tip of the shadow. Which side of the triangle is the 9.0 m shadow, relative to the 53° angle?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adjacent side, because it lies next to the 53° angle and is not the hypotenuse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cannot be named until the tree height is known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hypotenuse, because it is the length we measured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opposite side, because it lies on the ground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6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mango tree casts a 9.0 m shadow when the sun's angle with the ground is 53°. Using tan 53° ≈ 1.3270 from tables, what is the height of the tree, to 2 decimal places?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0.15 m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10.33 m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6.78 m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11.94 m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7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Model Building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53° sun angle at the same time of day gives the same tangent ratio for a small pole and for a tall tree. Why does tan θ = Opposite/Adjacent work for triangles of any size?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Because the ratio Opposite/Adjacent stays constant for a given angle, whatever the size of the triangle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Because the ratio gets bigger as the shadow gets longer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Because the opposite side is always equal to the adjacent side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Because tan θ depends on the length of the hypotenuse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done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31089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your teacher how to submit your answers today (for example, on a paper answer slip).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Mathematics Grade 10 - Trigonometry I - Lesson 4 Quick Check</dc:title>
  <dc:subject>PptxGenJS Presentation</dc:subject>
  <dc:creator>PptxGenJS</dc:creator>
  <cp:lastModifiedBy>PptxGenJS</cp:lastModifiedBy>
  <cp:revision>1</cp:revision>
  <dcterms:created xsi:type="dcterms:W3CDTF">2026-09-30T07:55:20Z</dcterms:created>
  <dcterms:modified xsi:type="dcterms:W3CDTF">2026-09-30T07:55:20Z</dcterms:modified>
</cp:coreProperties>
</file>