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— GRADE 10  |  TRIGONOMETRY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Tangent and the Sine–Cosine–Tangent Relationship: Solving the Mango-Tree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Trigonometry I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in Kisumu measures the sun's angle with the ground as 53°. The shadow of a vertical mango tree on level ground is 9.0 m long. Which equation connects the angle, the shadow and the tree's height h directly?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53° = 9.0 / 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53° = h / 9.0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53° = h / 9.0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53° = h / 9.0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triangle, sin θ = O/H and cos θ = A/H. What is sin θ ÷ cos θ, that is (O/H) ÷ (A/H), after simplifying?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 × A) / H²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 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 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/ 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mathematical tables, sin 40° = 0.6428 and cos 40° = 0.7660. What is sin 40° ÷ cos 40°, to 3 decimal places, and which table value does it match?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1.41, which matches tan 40°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0.839, which matches tan 40°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1.19, which matches tan 50°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0.49, which matches tan 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proved that tan θ = sin θ / cos θ, so tan can be found from sin and cos. Why is the tangent ratio still useful?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only useful when we know the hypotenuse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direct route when we know an angle and one of the opposite or adjacent sides but not the hypotenuse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only useful for angles of 53°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useful, because sin and cos can always replace 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sun's rays make a 53° angle with level ground. A vertical tree of height h casts a 9.0 m shadow on the ground, forming a right-angled triangle. The 53° angle is at the tip of the shadow. Which side of the triangle is the 9.0 m shadow, relative to the 53° angle?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adjacent side, because it lies next to the 53° angle and is not the hypotenuse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be named until the tree height is known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hypotenuse, because it is the length we measured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opposite side, because it lies on the ground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mango tree casts a 9.0 m shadow when the sun's angle with the ground is 53°. Using tan 53° ≈ 1.3270 from tables, what is the height of the tree,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6.78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11.94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53° sun angle at the same time of day gives the same tangent ratio for a small pole and for a tall tree. Why does tan θ = Opposite/Adjacent work for triangles of any size?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ratio Opposite/Adjacent stays constant for a given angle, whatever the size of the triangle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ratio gets bigger as the shadow gets longer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opposite side is always equal to the adjacent side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tan θ depends on the length of the hypotenuse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Mathematics Grade 10 - Trigonometry I - Lesson 4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