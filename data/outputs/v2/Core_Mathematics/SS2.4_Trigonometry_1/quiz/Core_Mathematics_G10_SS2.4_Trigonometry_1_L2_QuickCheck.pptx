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MATHEMATICS — GRADE 10  |  TRIGONOMETRY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Defining Sine, Cosine, and Tangent — Naming the Ratios That Unlock the Mast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2.4: Trigonometry 1   |   Lesson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stands 40 m from the base of a mast and measures the angle from the ground up to the top as 50°. The mast's height is the side opposite the 50° angle, and the 40 m is the side adjacent to it. Which ratio links the angle to the height?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50° = opposite ÷ hypotenuse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50° = adjacent ÷ hypotenuse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50° = opposite ÷ adjacent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50° = adjacent ÷ opposite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right-angled triangle PQR, the right angle is at Q and PR is the longest side. Looking from angle P, a learner labels side QR as 'opposite'. She then switches to look from angle R. What is side QR called now?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opposite, because the side does not move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Adjacent, because it now lies next to the reference angle 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no label, because it is only labelled from angle P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Hypotenuse, because it is a side of the triangle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learners draw a right-angled triangle with an angle of about 35°. They measure the opposite side as 5.8 cm and the hypotenuse as 10.0 cm, so their sin 35° is 0.58. The mathematical table gives sin 35° = 0.574. What best explains the small difference?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errors in drawing and measuring the sides; the table value is the reliable one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table is wrong because it does not match their triangle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triangle is too small, so the sine ratio changes with size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should have used adjacent ÷ hypotenuse for sine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 m ladder leans against a wall and makes an angle of 60° with the ground. The ladder is the hypotenuse, and the height it reaches up the wall is the side opposite the 60° angle. Which ratio should be used to find that height?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60° = adjacent ÷ opposite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60° = opposite ÷ adjacent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60° = opposite ÷ hypotenuse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60° = adjacent ÷ hypotenuse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stands 40 m from the base of a mast and measures the angle of elevation to the top as 50°. From tables, tan 50° ≈ 1.192. What is the height of the mast, to 1 decimal place?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25.7 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30.6 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33.6 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47.7 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surveyor in Kisumu stands 25 m from the base of a tree and measures the angle of elevation to the top as 38°. Using tan 38° ≈ 0.781, what is the height of the tree, to 1 decimal place?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 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40.6 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32.0 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 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that sin θ = 0.643 for an acute angle θ and want to find θ using mathematical tables. What should you do?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0.643 by 90 to get the angle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0.643 in the sine table and read the angle that goes with it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0.643 in the cosine table and read the angle that goes with it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 0.643 by 100 to get the angle in degrees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adding ratio formulas to your right-angled triangle model, which has sides labelled opposite (O), adjacent (A) and hypotenuse (H) relative to angle θ. Which formula belongs next to the adjacent side and the hypotenuse?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θ = A ÷ 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θ = O ÷ 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θ = A ÷ 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θ = A ÷ 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Mathematics Grade 10 - Trigonometry 1 - Lesson 2 Quick Check</dc:title>
  <dc:subject>PptxGenJS Presentation</dc:subject>
  <dc:creator>PptxGenJS</dc:creator>
  <cp:lastModifiedBy>PptxGenJS</cp:lastModifiedBy>
  <cp:revision>1</cp:revision>
  <dcterms:created xsi:type="dcterms:W3CDTF">2026-10-05T03:57:28Z</dcterms:created>
  <dcterms:modified xsi:type="dcterms:W3CDTF">2026-10-05T03:57:28Z</dcterms:modified>
</cp:coreProperties>
</file>