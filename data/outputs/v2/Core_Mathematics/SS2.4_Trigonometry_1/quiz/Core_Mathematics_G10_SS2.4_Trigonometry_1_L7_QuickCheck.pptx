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Angles of Elevation and Depression: Solving Real Height-and-Distance Problems Across Kenya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of elevation to the top as 50°. Let h be the height of the mast in metres. The 40 m side is next to the 50° angle, and h is opposite it. Which equation should be used to find h?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sin(50°) = h/40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tan(50°) = 40/h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cos(50°) = h/40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tan(50°) = h/40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an angle of depression?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downward from the horizontal to the line of sight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between the ground and the observer's feet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between the line of sight and the vertical line through the observer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upward from the horizontal to the line of sight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stands at the top of the Fort Jesus cliff in Mombasa, 20 m above sea level. The angle of depression to a dhow at sea level is 35°. What is the horizontal distance from the base of the cliff to the dhow, to 1 decimal place?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34.9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24.4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visitor at Uhuru Park, Nairobi stands 15 m from the base of a flagpole. The angle of elevation to the top of the flagpole is 62°. What is the height of the flagpole,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13.2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Kisumu stands 42 m (horizontal distance) from a five-storey building. The angle of elevation to the top of the building is 38°. What is the height of the building, to 1 decimal place?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53.8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33.1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tourist stands at the top of a cliff 27 m above sea level. She sees a dhow at sea level at an angle of depression of 41°. Let d be the horizontal distance from the base of the cliff to the dhow. Which working correctly finds 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÷ sin(41°) ≈ 41.2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× tan(41°) ≈ 23.5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÷ tan(41°) ≈ 31.1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× cos(41°) ≈ 20.4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top of a cliff, the angle of depression to a boat on the sea is 41°. What is the angle of elevation from the boat to the person at the top of the cliff?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7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