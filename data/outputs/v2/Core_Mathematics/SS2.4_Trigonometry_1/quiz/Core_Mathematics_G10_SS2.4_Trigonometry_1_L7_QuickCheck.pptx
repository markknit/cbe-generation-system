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MATHEMATICS — GRADE 10  |  TRIGONOMETRY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7: Angles of Elevation and Depression: Solving Real Height-and-Distance Problems Across Kenya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2.4: Trigonometry 1   |   Lesson 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stands 40 m from the base of a mast and measures the angle of elevation to the top as 50°. Let h be the height of the mast in metres. The 40 m side is next to the 50° angle, and h is opposite it. Which equation should be used to find h?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sin(50°) = h/40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tan(50°) = 40/h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cos(50°) = h/40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tan(50°) = h/40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correctly describes an angle of depression?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angle measured downward from the horizontal to the line of sight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angle between the ground and the observer's feet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angle measured between the line of sight and the vertical line through the observer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angle measured upward from the horizontal to the line of sight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stands at the top of the Fort Jesus cliff in Mombasa, 20 m above sea level. The angle of depression to a dhow at sea level is 35°. What is the horizontal distance from the base of the cliff to the dhow, to 1 decimal place?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34.9 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28.6 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24.4 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 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visitor at Uhuru Park, Nairobi stands 15 m from the base of a flagpole. The angle of elevation to the top of the flagpole is 62°. What is the height of the flagpole, to 1 decimal place?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28.2 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 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 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 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surveyor in Kisumu stands 42 m (horizontal distance) from a five-storey building. The angle of elevation to the top of the building is 38°. What is the height of the building, to 1 decimal place?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53.8 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32.8 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25.9 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33.1 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tourist stands at the top of a cliff 27 m above sea level. She sees a dhow at sea level at an angle of depression of 41°. Let d be the horizontal distance from the base of the cliff to the dhow. Which working correctly finds d?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= 27 ÷ sin(41°) ≈ 41.2 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= 27 × tan(41°) ≈ 23.5 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= 27 ÷ tan(41°) ≈ 31.1 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= 27 × cos(41°) ≈ 20.4 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top of a cliff, the angle of depression to a boat on the sea is 41°. What is the angle of elevation from the boat to the person at the top of the cliff?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90°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49°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Mathematics Grade 10 - Trigonometry 1 - Lesson 7 Quick Check</dc:title>
  <dc:subject>PptxGenJS Presentation</dc:subject>
  <dc:creator>PptxGenJS</dc:creator>
  <cp:lastModifiedBy>PptxGenJS</cp:lastModifiedBy>
  <cp:revision>1</cp:revision>
  <dcterms:created xsi:type="dcterms:W3CDTF">2026-09-30T07:55:20Z</dcterms:created>
  <dcterms:modified xsi:type="dcterms:W3CDTF">2026-09-30T07:55:20Z</dcterms:modified>
</cp:coreProperties>
</file>