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Sines and Cosines of Complementary Angles: sin θ = cos(90° − θ)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mathematical tables, a pair finds that sin 25° = 0.4226. Which of these must also be equal to 0.4226?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25°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65°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25°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of angles is complementary, so that the sine of one angle equals the cosine of the other?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20° and 160°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42° and 138°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35° and 65°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42° and 48°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 ABC, the right angle is at C, angle A = θ and angle B = 90° − θ. Side a is opposite angle A, side b is opposite angle B, and side c is the hypotenuse. Which ratio equals sin(90° − θ)?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b/c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b/a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equal to cos 70°?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20°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110°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35°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70°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that sin(2θ + 10°) = cos(θ + 20°), what is the value of θ?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about sine and cosine of complementary angles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65° = cos 25°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cos 65°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sin 25°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cos 25°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mast stands on level ground. From a point 40 m from its base, the angle of elevation to the top is 50°. In the right-angled triangle formed, the angle at the top of the mast is 40°. Why can an engineer use either the 50° angle or the 40° angle to work out the mast height?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sin 50° = sin 40° in the same triangle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tangent of 50° and the tangent of 40° are equal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50° and 40° are equal angles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two angles are complementary, so the sine of one equals the cosine of the other and both give the same triangle relationships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3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