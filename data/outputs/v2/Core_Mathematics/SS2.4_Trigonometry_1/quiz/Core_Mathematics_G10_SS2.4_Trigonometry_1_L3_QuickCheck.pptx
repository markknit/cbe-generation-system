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MATHEMATICS — GRADE 10  |  TRIGONOMETRY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3: Sines and Cosines of Complementary Angles: sin θ = cos(90° − θ)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2.4: Trigonometry 1   |   Lesson 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mathematical tables, a pair finds that sin 25° = 0.4226. Which of these must also be equal to 0.4226?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25°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65°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65°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 25°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pair of angles is complementary, so that the sine of one angle equals the cosine of the other?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20° and 160°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42° and 138°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35° and 65°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42° and 48°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right-angled triangle ABC, the right angle is at C, angle A = θ and angle B = 90° − θ. Side a is opposite angle A, side b is opposite angle B, and side c is the hypotenuse. Which ratio equals sin(90° − θ)?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b/c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b/a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equal to cos 70°?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20°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110°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35°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70°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Given that sin(2θ + 10°) = cos(θ + 20°), what is the value of θ?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statement about sine and cosine of complementary angles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 65° = cos 25°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65° = cos 65°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65° = sin 25°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65° = cos 25°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mast stands on level ground. From a point 40 m from its base, the angle of elevation to the top is 50°. In the right-angled triangle formed, the angle at the top of the mast is 40°. Why can an engineer use either the 50° angle or the 40° angle to work out the mast height?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sin 50° = sin 40° in the same triangle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tangent of 50° and the tangent of 40° are equal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50° and 40° are equal angles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the two angles are complementary, so the sine of one equals the cosine of the other and both give the same triangle relationships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Mathematics Grade 10 - Trigonometry 1 - Lesson 3 Quick Check</dc:title>
  <dc:subject>PptxGenJS Presentation</dc:subject>
  <dc:creator>PptxGenJS</dc:creator>
  <cp:lastModifiedBy>PptxGenJS</cp:lastModifiedBy>
  <cp:revision>1</cp:revision>
  <dcterms:created xsi:type="dcterms:W3CDTF">2026-09-30T21:36:11Z</dcterms:created>
  <dcterms:modified xsi:type="dcterms:W3CDTF">2026-09-30T21:36:11Z</dcterms:modified>
</cp:coreProperties>
</file>