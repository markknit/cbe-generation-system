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MATHEMATICS — GRADE 10  |  TRIGONOMETRY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5: Trigonometric Ratios of Special Angles (45°, 30°, 60°, 0°, and 90°)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2.4: Trigonometry 1   |   Lesson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Construction A, a group draws an isosceles right-angled triangle with both legs (AB and AC) 6 cm long. What is the exact length of the hypotenuse BC?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6√3 cm (about 10.39 cm)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√6 cm (about 2.45 cm)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6√2 cm (about 8.49 cm)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Construction B, a group draws an equilateral triangle PQR with side 8 cm and bisects it by drawing PM perpendicular to QR, where M is the midpoint of QR. What is the exact length of PM?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4√3 cm (about 6.93 cm)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4√2 cm (about 5.66 cm)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isosceles right-angled triangle has both legs 1 unit long and a hypotenuse of √2 units. What is the exact value of sin 45°?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√2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1/√2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30-60-90 triangle has sides 1 (opposite 30°), √3 (opposite 60°) and 2 (the hypotenuse). What is the exact value of tan 30°?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√3/2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1/√3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√3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surveyor in Nakuru stands 40 m from the base of a Kenya Power mast and measures the angle of elevation to the top as exactly 60°. Using tan 60° = √3, what is the height of the mast?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40√3 m (about 69.3 m)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40/√3 m (about 23.1 m)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tan 90° described as undefined?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90° = 1, because the opposite side and the hypotenuse become equal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90° = 0, because the adjacent side becomes 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adjacent side approaches 0, and division by zero is not possible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opposite side becomes 0, so there is nothing to divide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today's lesson, a group asks: 'Can we find the exact height of the Nakuru mast if the angle of elevation is 50°?' Which answer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a mast can only be measured when the angle is 30°, 45° or 60°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use the 60° triangle, because 50° is close to 60°, and the answer will be exact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special triangles give exact values only for 0°, 30°, 45°, 60° and 90°, so for 50° we use tables or a calculator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use the 45° triangle, because 50° is close to 45°, and the answer will be exact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Mathematics Grade 10 - Trigonometry 1 - Lesson 5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