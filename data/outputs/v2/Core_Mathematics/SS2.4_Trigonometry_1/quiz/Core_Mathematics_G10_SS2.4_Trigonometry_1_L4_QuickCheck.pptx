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MATHEMATICS — GRADE 10  |  TRIGONOMETRY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4: The Hidden Link: Discovering tan θ = sin θ / cos 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2.4: Trigonometry 1   |   Lesson 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divided sin θ by cos θ for θ = 20°, 30°, 40°, 50°, 60° and 70°, and compared each answer with the tan θ value in their table. Every row matched, apart from tiny rounding differences. What is the best conclusion from this pattern?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θ ÷ cos θ is never equal to tan θ, but the values are close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θ ÷ cos θ is sometimes equal to tan θ, depending on the angle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θ ÷ cos θ is equal to tan θ for every acute angle tested, so it looks like an identity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θ ÷ cos θ is equal to cos θ ÷ sin θ for these angles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right-angled triangle, sin θ = O/H and cos θ = A/H, where O is the opposite side, A the adjacent side and H the hypotenuse. What is (O/H) ÷ (A/H) after simplifying?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O/A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 × A)/H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O/H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Kenya Power engineer's calculator has a broken tan button. Her notebook says sin 50° = 0.766 and cos 50° = 0.643. Using tan θ = sin θ ÷ cos θ, what is tan 50° to 3 decimal places?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0.839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1.191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1.409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0.492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angle of elevation to the top of a mast is 50°, and the horizontal distance from the observer to the base is 40 m. Using tan 50° = sin 50° ÷ cos 50° = 0.766 ÷ 0.643 and height = tan θ × horizontal distance, what is the height of the mast to 1 decimal place?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47.7 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25.7 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33.6 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30.6 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 is an acute angle in a right-angled triangle and sin θ = 3/5. Without a calculator, what are cos θ and tan θ?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 θ = 4/5 and tan θ = 3/4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 θ = 4/5 and tan θ = 4/3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 θ = 2/5 and tan θ = 3/2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 θ = 3/5 and tan θ = 1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 angle of 35°, tan 35° = 0.700 and cos 35° = 0.819. Using tan θ = sin θ ÷ cos θ, what is sin 35° to 3 decimal places?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1.519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0.855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0.573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1.170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mast is 95.4 m tall, and an observer stands 40 m from its base. Using tan θ = height ÷ distance, what is tan θ for the angle of elevation θ to the top?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2.385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135.4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55.4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0.419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Mathematics Grade 10 - Trigonometry 1 - Lesson 4 Quick Check</dc:title>
  <dc:subject>PptxGenJS Presentation</dc:subject>
  <dc:creator>PptxGenJS</dc:creator>
  <cp:lastModifiedBy>PptxGenJS</cp:lastModifiedBy>
  <cp:revision>1</cp:revision>
  <dcterms:created xsi:type="dcterms:W3CDTF">2026-10-02T04:54:42Z</dcterms:created>
  <dcterms:modified xsi:type="dcterms:W3CDTF">2026-10-02T04:54:42Z</dcterms:modified>
</cp:coreProperties>
</file>