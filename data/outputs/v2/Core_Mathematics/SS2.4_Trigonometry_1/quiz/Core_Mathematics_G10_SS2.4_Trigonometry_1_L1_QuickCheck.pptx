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MATHEMATICS — GRADE 10  |  TRIGONOMETRY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Noticing the Phenomenon &amp; Building the Need: What Tool Is Missing?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2.4: Trigonometry 1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stands 40 m from the base of a straight transmission tower and estimates that the angle up to the top is about 50°. The class tries to find the height using only algebra and Pythagoras. Which statement best explains why they get stuck?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Pythagoras needs two sides of a right-angled triangle, but here only one side (40 m) and an angle are known.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Pythagoras can be used directly because 40 m and 50° are both known.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tower does not form a right-angled triangle, so no method could ever work.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Pythagoras only works for triangles taller than 40 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wheelchair ramp forms a right-angled triangle with the level ground and a vertical wall. The ramp is the sloping side. You stand at the angle where the ramp meets the ground. Which side is the ADJACENT side to that angle?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ramp (the sloping side)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level ground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angle itself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vertical wall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Part B, a group draws a right-angled triangle with a 40° angle. They measure the opposite side as 3.9 cm, the adjacent side as 4.6 cm and the hypotenuse as 6.0 cm. What is O ÷ H to two decimal places?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draws three right-angled triangles that all have a 40° angle. Their hypotenuses are about 6 cm, 9 cm and 12 cm. They find O ÷ H = 0.64, 0.65 and 0.64. What does this result show?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 ÷ H values are almost the same even though the triangles are different sizes.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÷ H is always equal to the length of the hypotenuse.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÷ H gets bigger as the triangle gets bigger.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must have measured wrongly, because different triangles should give very different values.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mast problem, the right angle is at the base of the mast. The observer stands 40 m from the base, and the angle from the observer up to the top is 50°. The height is the side opposite the 50° angle, and the 40 m is the side adjacent to it. Which equation connects the height to the 40 m?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÷ 40 = sin 50°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÷ 40 = cos 50°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÷ 40 = tan 50°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÷ 40 = tan 40°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the best question to post on the Driving Question Board for the mast problem?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mast in Nakuru?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have to do trigonometry?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maths?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we find the value of tan 50° without measuring a huge triangle?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drawing a model of the mast scenario (a vertical mast standing on level ground, with the observer 40 m away), where should the right angle be marked?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Halfway along the 40 m line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top of the mast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observer's feet, where the 50° angle 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base of the mast, where the vertical mast meets the level ground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Mathematics Grade 10 - Trigonometry 1 - Lesson 1 Quick Check</dc:title>
  <dc:subject>PptxGenJS Presentation</dc:subject>
  <dc:creator>PptxGenJS</dc:creator>
  <cp:lastModifiedBy>PptxGenJS</cp:lastModifiedBy>
  <cp:revision>1</cp:revision>
  <dcterms:created xsi:type="dcterms:W3CDTF">2026-09-30T07:55:20Z</dcterms:created>
  <dcterms:modified xsi:type="dcterms:W3CDTF">2026-09-30T07:55:20Z</dcterms:modified>
</cp:coreProperties>
</file>