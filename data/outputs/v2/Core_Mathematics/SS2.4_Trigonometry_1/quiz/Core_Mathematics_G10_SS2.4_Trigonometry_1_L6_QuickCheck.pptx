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MATHEMATICS — GRADE 10  |  TRIGONOMETRY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6: Solving Right-Angled Triangles Using Trigonometric Ratios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2.4: Trigonometry 1   |   Lesson 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ramp at Kisumu County Referral Hospital makes a 12° angle with the ground. The horizontal distance along the ground is 6 m. You want the length of the ramp surface. Which ratio should you use?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Cosine, because the known side is adjacent to 12° and the ramp is the hypotenuse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Sine, because the ramp is the side opposite the 12° angle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Tangent, because the ground distance is the side opposite the 12° angle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Tangent, because a ramp is a slope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telecom mast in Garissa is 45 m tall and stands at a right angle to the ground. A support wire is anchored on the ground 45 m from the base of the mast. What angle does the wire make with the ground?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stands 40 m from the base of the Nakuru transmission mast. The angle of elevation to the top is 50°. Using tan 50° ≈ 1.1918, what is the height of the mast?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47.7 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33.6 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30.6 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25.7 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ramp makes a 12° angle with the ground. The horizontal distance along the ground is 6 m. Using cos 12° ≈ 0.9781, what is the length of the ramp surface, to 2 decimal places?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 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6.13 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28.88 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5.87 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ramp at Mombasa port makes a 15° angle with the horizontal. The ramp is 8 m long. What is the vertical height the ramp rises, to 2 decimal places?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2.07 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2.14 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30.90 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7.73 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surveyor in Garissa measures that a telecom tower casts a shadow 32 m long on flat ground when the sun's angle of elevation is 62°. What is the height of the tower, to 1 decimal place?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 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28.3 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 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60.2 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solving a right-angled triangle, a learner writes: 'I know one acute angle and one side. Now I can find the other two sides and the other angle.' What does 'solving a right-angled triangle completely' mean?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every unknown side and angle from one known side and one acute angle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height of the triangle only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only the hypotenuse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three ratios sin, cos and tan for the 90° angle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named acute angle in a right-angled triangle, you know the length of the side opposite it and you want the length of the hypotenuse. Which rule from SOH-CAH-TOA should you use?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SOH, because it uses opposite and hypotenuse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CAH, because it uses the adjacent side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TOA, because it uses the opposite side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TOA, because tangent is the ratio to use whenever an angle is given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Mathematics Grade 10 - Trigonometry 1 - Lesson 6 Quick Check</dc:title>
  <dc:subject>PptxGenJS Presentation</dc:subject>
  <dc:creator>PptxGenJS</dc:creator>
  <cp:lastModifiedBy>PptxGenJS</cp:lastModifiedBy>
  <cp:revision>1</cp:revision>
  <dcterms:created xsi:type="dcterms:W3CDTF">2026-09-30T21:36:11Z</dcterms:created>
  <dcterms:modified xsi:type="dcterms:W3CDTF">2026-09-30T21:36:11Z</dcterms:modified>
</cp:coreProperties>
</file>