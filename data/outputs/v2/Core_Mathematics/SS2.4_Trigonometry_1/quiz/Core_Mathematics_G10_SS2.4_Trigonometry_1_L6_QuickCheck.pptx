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Solving Right-Angled Triangles Using Trigonometric Ratios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at Kisumu County Referral Hospital makes a 12° angle with the ground. The horizontal distance along the ground is 6 m. You want the length of the ramp surface. Which ratio should you use?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Cosine, because the known side is adjacent to 12° and the ramp is the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Sine, because the ramp is the side opposite the 12° angle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Tangent, because the ground distance is the side opposite the 12° angle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Tangent, because a ramp is a slope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telecom mast in Garissa is 45 m tall and stands at a right angle to the ground. A support wire is anchored on the ground 45 m from the base of the mast. What angle does the wire make with the ground?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the Nakuru transmission mast. The angle of elevation to the top is 50°. Using tan 50° ≈ 1.1918, what is the height of the mast?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33.6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makes a 12° angle with the ground. The horizontal distance along the ground is 6 m. Using cos 12° ≈ 0.9781, what is the length of the ramp surface,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28.88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5.87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ramp at Mombasa port makes a 15° angle with the horizontal. The ramp is 8 m long. What is the vertical height the ramp rises, to 2 decimal places?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2.07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2.14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30.90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surveyor in Garissa measures that a telecom tower casts a shadow 32 m long on flat ground when the sun's angle of elevation is 62°. What is the height of the tower, to 1 decimal place?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17.0 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28.3 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15.0 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60.2 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solving a right-angled triangle, a learner writes: 'I know one acute angle and one side. Now I can find the other two sides and the other angle.' What does 'solving a right-angled triangle completely' mean?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every unknown side and angle from one known side and one acute angle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height of the triangle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only the hypotenuse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three ratios sin, cos and tan for the 90° angle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named acute angle in a right-angled triangle, you know the length of the side opposite it and you want the length of the hypotenuse. Which rule from SOH-CAH-TOA should you use?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SOH, because it uses opposite and hypotenuse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CAH, because it uses the adjacent side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TOA, because it uses the opposite side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TOA, because tangent is the ratio to use whenever an angle is given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6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