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CHEMISTRY — GRADE 10  |  ACIDS AND BASES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Differences Between Acids and Bases Using Commercial Indicators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Acids and Bases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experiment, Wanjiku predicts what clean tap water will do to litmus paper. Which prediction fits a neutral liquid?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litmus turns red and red litmus stays red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red litmus nor blue litmus changes colour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red litmus and blue litmus turn purple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litmus turns blue and blue litmus stays blue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practical, a group adds 2–3 drops of freshly squeezed lemon juice to a strip of blue litmus paper. What colour does the strip turn?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stays blue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turns red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turns pink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turns colourless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adds 2 drops of phenolphthalein to 5 drops of liquid handwashing soap solution. What colour do they see?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Pink/magenta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Colourless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adds 2 drops of methyl orange to white vinegar (siki). What colour should they record?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Orange-yellow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Colourless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testing, Otieno predicted that lemon juice would turn phenolphthalein pink. In the experiment, the lemon juice and phenolphthalein mixture stays colourless. What should Otieno write in his results table?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Colourless, because he must record exactly what he sees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Nothing, because the test must have failed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 pink, to be halfway between the prediction and the result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Pink, because that is what he predicted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tests lemon juice with red litmus paper and sees no colour change. She says, "The litmus did not work." Which explanation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did not add enough drops, so the test cannot work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Acids turn litmus red, and red litmus is already red, so no change is seen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Litmus paper only works on bases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 is neutral, so nothing happens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solution is tested with four indicators. Red litmus: no change. Blue litmus: no change. Phenolphthalein: colourless. Methyl orange: orange-yellow. How should the solution be classified?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Acid, because phenolphthalein is colourless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Base, because methyl orange is yellow-coloured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Neutral, because all the indicators show the neutral results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Base, because the litmus papers did not turn red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adds phenolphthalein to an unknown solution and it stays colourless. What can the student correctly conclude?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 is an acid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 is neutral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 is not a base, but it could be an acid or neutral, so another indicator is needed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 is a base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9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today's experiment, which question from earlier lessons can the class move to the 'SOLVED' zone on the Driving Question Board?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 an acid harm our stomach or corrode metal?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of these familiar liquids are acids and which are bases?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 acids make some substances fizz?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can we measure exactly how acidic a liquid is?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10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Revising your model using today's evidence, which set of labels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juice: neutral; baking soda solution: base; tap water: acid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juice: acid; baking soda solution: base; tap water: neutral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juice: base; baking soda solution: acid; tap water: neutral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juice: acid; baking soda solution: neutral; tap water: base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Chemistry Grade 10 - Acids and Bases - Lesson 4 Quick Check</dc:title>
  <dc:subject>PptxGenJS Presentation</dc:subject>
  <dc:creator>PptxGenJS</dc:creator>
  <cp:lastModifiedBy>PptxGenJS</cp:lastModifiedBy>
  <cp:revision>1</cp:revision>
  <dcterms:created xsi:type="dcterms:W3CDTF">2026-09-30T03:08:01Z</dcterms:created>
  <dcterms:modified xsi:type="dcterms:W3CDTF">2026-09-30T03:08:01Z</dcterms:modified>
</cp:coreProperties>
</file>