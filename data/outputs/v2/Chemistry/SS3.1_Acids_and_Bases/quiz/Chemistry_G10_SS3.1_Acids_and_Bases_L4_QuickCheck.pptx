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CHEMISTRY — GRADE 10  |  ACIDS AND BASES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Differences Between Acids and Bases Using Commercial Indicators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3.1: Acids and Bases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partners disagree about what colour methyl orange will turn in baking soda solution. Before testing, what is the best way to settle the disagreement?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out the test and record the colour actually seen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teacher to say which prediction is right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and go with the answer most students choose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student who is more confident decide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Experiment 1, a student puts 2-3 drops of freshly squeezed lemon juice on a strip of blue litmus paper. What colour does the paper turn?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(no change)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Pink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predicted that cow's milk would be strongly basic. Their litmus and indicator results do not match this prediction. What should the recorders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the colours exactly as seen, even if they differ from the prediction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the milk row blank because the result was unexpected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the results from another group's table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the results in the table to match the prediction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soap solution turns red litmus paper blue and turns phenolphthalein pink. How should it be classified, and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Acid, because it changes the colour of litmus paper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Base, because red litmus turns blue and phenolphthalein turns pink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Neutral, because it does not make methyl orange red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Acid, because phenolphthalein changes colour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tests tap water. Litmus paper shows no colour change, phenolphthalein stays colourless and methyl orange is orange-yellow. What is the best conclusion?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neutral, because none of the indicators show an acid or base colour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cannot be classified because no indicator turned red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base, because methyl orange is yellowish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acid, because phenolphthalein is colourless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Experiment 1, students can tell whether a liquid is an acid, a base or neutral using indicators. Which question is still NOT answered by this experiment?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 acids react, for example do they corrode or react with other substances?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baking soda solution a base?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colour does phenolphthalein turn in a base?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vinegar (siki) an acid?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revises a model by labelling the liquids tested in Experiment 1 using the evidence. Which set of labels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base; baking soda solution: acid; tap water: neutral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neutral; baking soda solution: base; tap water: acid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neutral; tap water: base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Lemon juice: acid; baking soda solution: base; tap water: neutral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Chemistry Grade 10 - Acids and Bases - Lesson 4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