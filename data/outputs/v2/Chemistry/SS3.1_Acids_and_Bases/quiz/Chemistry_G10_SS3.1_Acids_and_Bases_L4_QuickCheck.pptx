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CHEMISTRY — GRADE 10  |  ACIDS AND BASES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Why is Lemon Juice Sour? Acids Release H⁺ Ions in Water (Arrhenius Definition)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3.1: Acids and Bases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water has pH 7.0 and H⁺ concentration of 1 x 10⁻⁷ mol/L. Which statement about the H⁺ ions in pure water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a tiny amount of H⁺, far less than lemon juice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more H⁺ than vinegar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the same amount of H⁺ as lemon juice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no H⁺ ions at all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Lemon juice has pH 2.0 and H⁺ = 1 x 10⁻² mol/L. Vinegar has pH 2.8 and H⁺ about 1.6 x 10⁻³ mol/L. About how many times more H⁺ does lemon juice have than vinegar?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0.8 times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10 times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6 times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60 times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particle simulation, acid molecules from lemon juice dissolve in water. What do learners see happen?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acid molecules stay whole and release nothing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acid molecules turn into sugar particles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acid molecules remove all the water particles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acid molecules release H⁺ (aq) ions into the water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is the Arrhenius definition of an acid?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substance that is harmful if swallowed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substance that contains no water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substance that produces H⁺ (aq) ions when dissolved in water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substance that tastes sour in the laboratory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Lemon juice (pH 2.0) and vinegar (pH 2.8) are both acids. Why does lemon juice have the lower pH?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contains no water, but vinegar does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fewer H⁺ ions than vinegar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a higher concentration of H⁺ ions than vinegar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contains more sugar than vinegar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Stomach acid is hydrochloric acid. Which particle does it release when it dissolves in water, making it an acid?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particles, because it is a liquid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water particles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H⁺ (aq) ions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 particles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Model drawing, lemon juice (H⁺ = 1 x 10⁻² mol/L) is shown with 6 H⁺ dots. Which drawing for vinegar (about 1.6 x 10⁻³ mol/L) and water (1 x 10⁻⁷ mol/L) is best?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Vinegar 6 dots, water 0 dots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Vinegar 1 dot, water almost no dots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Vinegar 1 dot, water exactly 0 dots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Vinegar 12 dots, water 6 dots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Lemon juice turns blue litmus paper red. Which explanation uses the idea from this lesson?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Lemon juice contains H⁺ (aq) ions released by its acid in water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Lemon juice is red in colour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Lemon juice has no water particles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Lemon juice contains sugar particles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Chemistry Grade 10 - Acids and Bases - Lesson 4 Quick Check</dc:title>
  <dc:subject>PptxGenJS Presentation</dc:subject>
  <dc:creator>PptxGenJS</dc:creator>
  <cp:lastModifiedBy>PptxGenJS</cp:lastModifiedBy>
  <cp:revision>1</cp:revision>
  <dcterms:created xsi:type="dcterms:W3CDTF">2026-10-05T03:57:28Z</dcterms:created>
  <dcterms:modified xsi:type="dcterms:W3CDTF">2026-10-05T03:57:28Z</dcterms:modified>
</cp:coreProperties>
</file>