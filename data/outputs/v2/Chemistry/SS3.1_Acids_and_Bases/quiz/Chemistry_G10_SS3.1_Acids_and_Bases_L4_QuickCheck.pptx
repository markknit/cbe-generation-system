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CHEMISTRY — GRADE 10  |  ACIDS AND BASES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4: Differences Between Acids and Bases Using Commercial Indicators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3.1: Acids and Bases   |   Lesson 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partners disagree about what colour methyl orange will turn in baking soda solution. Before testing, what is the best way to settle the disagreement?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out the test and record the colour actually seen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teacher to say which prediction is right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 and go with the answer most students choose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the student who is more confident decide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Experiment 1, a student puts 2-3 drops of freshly squeezed lemon juice on a strip of blue litmus paper. What colour does the paper turn?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(no change)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Pink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Colourless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predicted that cow's milk would be strongly basic. Their litmus and indicator results do not match this prediction. What should the recorders do?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down the colours exactly as seen, even if they differ from the prediction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the milk row blank because the result was unexpected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the results from another group's table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the results in the table to match the prediction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 soap solution turns red litmus paper blue and turns phenolphthalein pink. How should it be classified, and why?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Acid, because it changes the colour of litmus paper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Base, because red litmus turns blue and phenolphthalein turns pink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Neutral, because it does not make methyl orange red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Acid, because phenolphthalein changes colour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tests tap water. Litmus paper shows no colour change, phenolphthalein stays colourless and methyl orange is orange-yellow. What is the best conclusion?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neutral, because none of the indicators show an acid or base colour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cannot be classified because no indicator turned red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base, because methyl orange is yellowish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an acid, because phenolphthalein is colourless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DQB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Experiment 1, students can tell whether a liquid is an acid, a base or neutral using indicators. Which question is still NOT answered by this experiment?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acids react, for example do they corrode or react with other substances?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baking soda solution a base?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colour does phenolphthalein turn in a base?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vinegar (siki) an acid?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revises a model by labelling the liquids tested in Experiment 1 using the evidence. Which set of labels is correct?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Lemon juice: base; baking soda solution: acid; tap water: neutral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Lemon juice: neutral; baking soda solution: base; tap water: acid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Lemon juice: acid; baking soda solution: neutral; tap water: base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Lemon juice: acid; baking soda solution: base; tap water: neutral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Chemistry Grade 10 - Acids and Bases - Lesson 4 Quick Check</dc:title>
  <dc:subject>PptxGenJS Presentation</dc:subject>
  <dc:creator>PptxGenJS</dc:creator>
  <cp:lastModifiedBy>PptxGenJS</cp:lastModifiedBy>
  <cp:revision>1</cp:revision>
  <dcterms:created xsi:type="dcterms:W3CDTF">2026-09-30T21:36:11Z</dcterms:created>
  <dcterms:modified xsi:type="dcterms:W3CDTF">2026-09-30T21:36:11Z</dcterms:modified>
</cp:coreProperties>
</file>