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GENERAL SCIENCE — GRADE 10  |  NUTRITION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8: DQB Synthesis &amp; Assessment — Driving Question Resolution and Unit Wrap-Up</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Nutrition in Animals   |   Lesson 8</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learner is doing Benedict's test on a sample. Which set of steps is in the correct order?</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Put about 2 cm³ of test solution in a test tube, add an equal amount of Benedict's solution and mix, place the tube in a hot water bath for a few minutes, then observe and record colour changes</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Add Benedict's solution to a dry test tube, add a few drops of test solution, mix, and record the colour immediately without heating</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Put about 2 cm³ of test solution in a test tube, place it in a hot water bath, then add Benedict's solution and record the colour once the tube is cold</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Heat the Benedict's solution alone, add about 2 cm³ of test solution, then record the colour change without mixing</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heating a glucose solution with Benedict's solution in a hot water bath, a brick-red precipitate forms. What does this result show?</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contains a reducing sugar such as glucose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has no sugar, because the blue colour has been lost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contains protein, because Benedict's solution reacts with all nutrients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contains starch, because starch turns Benedict's solution red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practical, a dilute glucose solution was used to represent 'digested ugali'. Why is glucose a suitable choice to represent digested ugali?</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starch is already a reducing sugar, so it gives a positive Benedict's test before any digestion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contains mainly protein, and glucose is the end-product of protein digestion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Hydrochloric acid in the stomach turns starch into glucose within seconds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Amylase enzymes break the large starch molecules in ugali down into simple sugars such as glucose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Nyama choma is rich in protein. Which statement correctly matches the enzyme pepsin to its region of action and substrate?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mouth and breaks down starch into maltose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small intestine and breaks down fats into fatty acids and glycerol</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stomach and breaks down starch into glucose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stomach and breaks down proteins into smaller peptides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the Explain phase, pairs wrote about what happens when an adaptation of the digestive system fails. Infection with the bacterium H. pylori can damage the mucus lining of the stomach. Why can this lead to an ulcer?</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starts to digest starch, which burns a hole in the wall</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villi in the stomach are destroyed, so nutrients cannot be absorbed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can no longer make any acid, so food stays undigested and forms a sore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wall of the stomach loses its protection and is damaged by the acid and pepsin in the stomach juice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Sukuma wiki, ugali and nyama choma are broken down into small soluble molecules. How do the villi and microvilli of the ileum help the body absorb these nutrients efficiently?</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make the intestine wall thick so that nutrients cannot escape back into the food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grind the food into smaller pieces so it can pass through the intestine wall</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increase the surface area of the intestine wall, so more nutrients can be absorbed into the rich network of capillaries</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release hydrochloric acid to dissolve the nutrients so they can enter the blood</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learner's Lesson 1 sentence said, 'Enzymes break down food.' Which upgraded sentence is the most scientifically complete?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Enzymes in the mouth and stomach help to break down food into smaller parts.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in the mouth breaks down the proteins in ugali.</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mouth breaks down ugali when we chew it with our teeth.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Salivary amylase in the mouth begins to break down the starch in ugali into maltose.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 Science Grade 10 - Nutrition in Animals - Lesson 8 Quick Check</dc:title>
  <dc:subject>PptxGenJS Presentation</dc:subject>
  <dc:creator>PptxGenJS</dc:creator>
  <cp:lastModifiedBy>PptxGenJS</cp:lastModifiedBy>
  <cp:revision>1</cp:revision>
  <dcterms:created xsi:type="dcterms:W3CDTF">2026-09-30T21:36:11Z</dcterms:created>
  <dcterms:modified xsi:type="dcterms:W3CDTF">2026-09-30T21:36:11Z</dcterms:modified>
</cp:coreProperties>
</file>