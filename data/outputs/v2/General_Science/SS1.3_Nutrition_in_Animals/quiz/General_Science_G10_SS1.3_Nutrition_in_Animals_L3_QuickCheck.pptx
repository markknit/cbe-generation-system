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SCIENCE — GRADE 10  |  NUTRITION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Enzymes and Regions of the Alimentary Canal — The Body's Chemical Toolkit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1.3: Nutrition in Animals   |   Lesson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research group fills in an enzyme chart for the mouth. Which row is correct for salivary amylase?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Secreted by the stomach; acts on protein; produces peptides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Secreted by the salivary glands; acts on starch (for example in ugali); produces maltose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Secreted by the salivary glands; acts on starch; produces glucose only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Secreted by the pancreas; acts on fats; produces fatty acids and glycerol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Lipase is an enzyme in the small intestine. What does lipase break down, and what does it produce?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Peptides into amino acids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Fats into fatty acids and glycerol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Proteins into peptides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Starch into maltose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eats a piece of nyama choma (grilled meat), which is rich in protein. Which statement correctly describes what pepsin does to it?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Pepsin is made in the pancreas and breaks fats into fatty acids and glycerol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Pepsin is made by the gastric glands and breaks protein directly into glucose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Pepsin is made by the gastric glands in the stomach and breaks protein into peptides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Pepsin is made in the mouth and breaks starch into maltose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 salivary amylase in the mouth not break down the protein in nyama choma?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salivary amylase is made in amounts that are too small to work on any food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chewing destroys salivary amylase before it can act on protein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mouth is too warm for any enzyme to work on protein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enzymes are specific: each enzyme acts only on its own substrate, and amylase acts on starch, not protein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mouth and stomach each have only one or two main enzymes, but the small intestine has many. What is the best explanation?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enzyme in the small intestine breaks down all food types, but each one works slowly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 intestine receives starch, proteins and fats, and each type of food needs its own enzyme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Enzymes in the mouth and stomach are used up, so the small intestine must replace them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 intestine is narrow, so it needs more enzymes to push food along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colour-coding an alimentary canal diagram, a learner uses one colour for protein-digesting enzymes. Which pair of enzymes should both be in that colour?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Pepsin and trypsin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Pepsin and salivary amylase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Pancreatic amylase and pepsin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Lipase and trypsin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small intestine, intestinal peptidases act on peptides that came from protein digestion. What is the final product of this step?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Amino acids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Starch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Maltose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Fatty acids and glycerol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Science Grade 10 - Nutrition in Animals - Lesson 3 Quick Check</dc:title>
  <dc:subject>PptxGenJS Presentation</dc:subject>
  <dc:creator>PptxGenJS</dc:creator>
  <cp:lastModifiedBy>PptxGenJS</cp:lastModifiedBy>
  <cp:revision>1</cp:revision>
  <dcterms:created xsi:type="dcterms:W3CDTF">2026-10-05T03:57:28Z</dcterms:created>
  <dcterms:modified xsi:type="dcterms:W3CDTF">2026-10-05T03:57:28Z</dcterms:modified>
</cp:coreProperties>
</file>