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Food Tests Practical Part 1 — Detecting Starch and Reducing Sugars in Kenyan Foods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testing ugali, a learner recalls the enzymes from the last lesson. Which food substance does salivary amylase act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tests a glucose solution as the control. What results should they expect?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stays blue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stays blue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blue-black; Benedict: orange-red after heating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Iodine: brown-orange; Benedict: orange-red after heating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maize flour turns blue-black when two drops of iodine are added. What does this result show?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present in the maize flour even before it is chewed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absent from the maize flour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sugars are present in the maize flour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has already digested the starch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Benedict test, a test tube is heated in a hot water bath for five minutes. What is the safe way to handle the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tube in the boiling water bath and lift it out with your hand when the colour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with bare fingers so you can feel when it is hot enough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test-tube holder and keep the tube at an angle, pointing away from your face and others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it upright with a test-tube holder and look down into 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ripe banana gives an orange-red result with Benedict reagent, but an unripe banana gives a much weaker result. What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Benedict reagent detects starch, which is present in ripe bananas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Ripe bananas never contained starch at any stage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Iodine solution has changed the banana into sugar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ripening, starch in the banana is converted into reducing sugars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Cooked ugali gives a blue-black colour with iodine. Which is the best evidence statement to write in your notebook?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carbohydrate, because it does not taste sweet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the substrate for lipase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starch, which is a substrate for salivary amylase and pancreatic amylase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reducing sugars, because starch and sugar are the same substance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draws a two-box diagram for ugali: Box 1 is MOUTH and Box 2 is SMALL INTESTINE. Which pair of labels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no digestion of starch happens; small intestine: salivary amylase digests all the starch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breaks starch into maltose; small intestine: lipase digests the remaining starch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pepsin breaks starch into maltose; small intestine: salivary amylase digests the remaining starch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Mouth: salivary amylase starts breaking starch into maltose; small intestine: pancreatic amylase digests the remaining starch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4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