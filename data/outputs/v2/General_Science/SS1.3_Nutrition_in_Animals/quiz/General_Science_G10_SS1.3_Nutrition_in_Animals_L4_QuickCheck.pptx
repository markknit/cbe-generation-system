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hyperlink" Target="https://creativecommons.org/licenses/by-nc/4.0/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46304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AFC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GENERAL SCIENCE — GRADE 10  |  NUTRITION IN ANIMALS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31520" y="196596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 Check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2880360"/>
            <a:ext cx="10698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D9EE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4: Food Tests Practical Part 1 — Detecting Starch and Reducing Sugars in Kenyan Foods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411480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AFC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multiple-choice questions  •  choose A, B, C or D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525780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FC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Sub-Strand 1.3: Nutrition in Animals   |   Lesson 4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576072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FA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2026 SeaVuria and ARES. Aligned with KICD objectives. Developed by SeaVuria; technical implementation by ARES (with AI assistance from Claude). Licensed under </a:t>
            </a:r>
            <a:pPr indent="0" marL="0">
              <a:buNone/>
            </a:pPr>
            <a:r>
              <a:rPr lang="en-US" sz="900" u="sng" dirty="0">
                <a:solidFill>
                  <a:srgbClr val="AFC8E8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CC BY-NC 4.0</a:t>
            </a:r>
            <a:pPr indent="0" marL="0">
              <a:buNone/>
            </a:pPr>
            <a:r>
              <a:rPr lang="en-US" sz="900" dirty="0">
                <a:solidFill>
                  <a:srgbClr val="8FA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(https://creativecommons.org/licenses/by-nc/4.0/).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1 OF 7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Predict phase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testing ugali, a learner recalls the enzymes from the last lesson. Which food substance does salivary amylase act on?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Starch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Water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Fat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731520" y="50749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74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5074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Protein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2 OF 7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Observe phase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group tests a glucose solution as the control. What results should they expect?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Iodine: blue-black; Benedict: stays blue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Iodine: brown-orange; Benedict: stays blue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Iodine: blue-black; Benedict: orange-red after heating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731520" y="50749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74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5074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Iodine: brown-orange; Benedict: orange-red after heating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3 OF 7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Observe phase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Raw maize flour turns blue-black when two drops of iodine are added. What does this result show?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Starch is present in the maize flour even before it is chewed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Starch is absent from the maize flour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Reducing sugars are present in the maize flour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731520" y="50749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74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5074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Salivary amylase has already digested the starch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4 OF 7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Observe phase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During the Benedict test, a test tube is heated in a hot water bath for five minutes. What is the safe way to handle the tube?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Leave the tube in the boiling water bath and lift it out with your hand when the colour changes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Hold it with bare fingers so you can feel when it is hot enough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 test-tube holder and keep the tube at an angle, pointing away from your face and others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731520" y="50749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74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5074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Hold it upright with a test-tube holder and look down into it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5 OF 7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Explain phase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ripe banana gives an orange-red result with Benedict reagent, but an unripe banana gives a much weaker result. What best explains this?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Benedict reagent detects starch, which is present in ripe bananas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Ripe bananas never contained starch at any stage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Iodine solution has changed the banana into sugar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731520" y="50749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74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5074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During ripening, starch in the banana is converted into reducing sugars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6 OF 7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Explain phase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Cooked ugali gives a blue-black colour with iodine. Which is the best evidence statement to write in your notebook?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Ugali contains no carbohydrate, because it does not taste sweet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Ugali contains starch, which is the substrate for lipase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Ugali contains starch, which is a substrate for salivary amylase and pancreatic amylase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731520" y="50749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74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5074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Ugali contains reducing sugars, because starch and sugar are the same substance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7 OF 7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Model Building phase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learner draws a two-box diagram for ugali: Box 1 is MOUTH and Box 2 is SMALL INTESTINE. Which pair of labels is correct?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Mouth: no digestion of starch happens; small intestine: salivary amylase digests all the starch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Mouth: salivary amylase breaks starch into maltose; small intestine: lipase digests the remaining starch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Mouth: pepsin breaks starch into maltose; small intestine: salivary amylase digests the remaining starch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31520" y="50749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74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5074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Mouth: salivary amylase starts breaking starch into maltose; small intestine: pancreatic amylase digests the remaining starch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9456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done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731520" y="310896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9EE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 your teacher how to submit your answers today (for example, on a paper answer slip).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General Science Grade 10 - Nutrition in Animals - Lesson 4 Quick Check</dc:title>
  <dc:subject>PptxGenJS Presentation</dc:subject>
  <dc:creator>PptxGenJS</dc:creator>
  <cp:lastModifiedBy>PptxGenJS</cp:lastModifiedBy>
  <cp:revision>1</cp:revision>
  <dcterms:created xsi:type="dcterms:W3CDTF">2026-10-05T03:57:28Z</dcterms:created>
  <dcterms:modified xsi:type="dcterms:W3CDTF">2026-10-05T03:57:28Z</dcterms:modified>
</cp:coreProperties>
</file>