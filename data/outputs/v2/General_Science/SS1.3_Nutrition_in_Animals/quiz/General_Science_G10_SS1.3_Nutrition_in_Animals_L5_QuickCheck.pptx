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SCIENCE — GRADE 10  |  NUTRITION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Food Tests Practical (Part 2) — Detecting Proteins and Fats in the Kenyan Meal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Nutrition in Animals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doing any tests, a learner predicts which nutrients are found in a cup of milk from the Kenyan meal samples. Which prediction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 contains protein only, with no fat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 contains fat only, with no protein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 contains both protein and fat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 contains neither protein nor fat because it is a liquid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Biuret test for protein, a learner puts 2 cm³ of bean broth in a test tube. Which sequence of steps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4–5 drops of copper sulphate solution first, then add dilute NaOH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absolute ethanol first, then pour into cold water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iodine solution first, then heat the tube in a water bath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dilute NaOH first, mix gently, then add 4–5 drops of 1% copper sulphate solution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Biuret test, a group records a violet colour in the tube containing nyama choma extract. What should they conclude?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sugar is present in the nyama choma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is present in the nyama choma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is present in the nyama choma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is present in the nyama choma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ethanol emulsion test, a learner dissolves 2 cm³ of cooking oil in 5 cm³ of absolute ethanol. The learner then pours the solution into a test tube containing 5 cm³ of cold water. What result shows that fat is present?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turns brick-red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turns milky white as an emulsion forms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turns blue-black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mixture turns violet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is about to add absolute ethanol to a test tube during the ethanol emulsion test. What safety step must be done first?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on a wet cloth so it can be used to blow out a flame if needed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the ethanol gently over a flame so it dissolves the fat faster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 the ethanol closely to check that it is the correct liquid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no flame or spirit lamp is burning on the bench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Nyama choma gives a strong violet colour with Biuret reagent. Which explanation of this colour change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ions react with starch molecules to form a violet complex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NaOH turns violet when it reacts with fat droplets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ions coordinate with the peptide bonds in protein chains, producing the violet colour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Ethanol dissolves the protein and turns violet in water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have shown that nyama choma is rich in protein. Which statement correctly links this to digestion in the stomach?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in the stomach digests the protein into amino acids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Amylase in the stomach digests the protein at neutral pH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Pepsin, a protease, digests the protein, and the low pH of gastric acid activates 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from the gall bladder digests the protein in the stomach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Cooking oil gave a positive ethanol emulsion test. Which statement about its digestion in the small intestine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salts emulsify the fat, and then lipase digests it into fatty acids and glycerol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is digested in the stomach by pepsin before it reaches the small intestine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emulsifies the fat, and then bile salts digest it into fatty acids and glycerol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Bile is an enzyme that chemically digests the fat into fatty acids and glycerol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Science Grade 10 - Nutrition in Animals - Lesson 5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