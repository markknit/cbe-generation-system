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SCIENCE — GRADE 10  |  NUTRITION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Model Building — Making a 3D Model of the Human Digestive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Nutrition in Animals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sketches the journey of a piece of ugali through the alimentary canal. Which sequence of organs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→ oesophagus → stomach → large intestine → small intestine → rectum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→ oesophagus → small intestine → stomach → large intestine → rectum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→ oesophagus → stomach → small intestine → large intestine → rectum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 → stomach → oesophagus → small intestine → large intestine → rectum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writing its building list for the mouth. Which entry is correct for the enzyme and substrate in the mouth?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Salivary amylase acts on proteins to form peptides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acts on fats to form fatty acids and glycerol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Salivary amylase acts on starch (as in ugali) to form maltose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acts on proteins to form peptides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building its model and is asked: what does bile do to the fat in nyama choma, and why is that important?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carries digested fat across the villi into the bloodstream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emulsifies fat into tiny droplets, giving lipase a larger surface to act 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is an enzyme that chemically splits fat into fatty acids, so lipase is not needed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is made in the stomach and digests the proteins in the meat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labels the large intestine on its model. Which label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is reabsorbed here; no digestive enzymes are made here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digests proteins into peptides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Maltase and sucrase finish the digestion of sugars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digests the remaining fats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 sponge strips are placed inside the tube that represents the small intestine. What do these strips represent, and why do they matter?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Bile, which breaks up fat into small droplets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Sphincters, which stop food from moving backwards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Stomach walls, which churn the food mechanically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Villi, which greatly increase the surface area for absorbing nutrients into the blood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start of the unit, a learner said, "The stomach digests everything in our ugali, sukuma wiki and nyama choma." Which statement best shows where this idea is wrong?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stomach digests starch fully, so the small intestine only absorbs water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stomach only stores food, and no digestion happens there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stomach makes bile, so it digests fats but not proteins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stomach starts protein digestion with pepsin and HCl, but most chemical digestion and nearly all nutrient absorption happen in the small intestine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adds a red 'Failure Mode' tag to the pancreas on its model. Which tag correctly describes what happens if the pancreas stops producing lipase?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in the ugali cannot be digested in the mouth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in the meat cannot be digested in the stomach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 in nyama choma is not digested and passes into the large intestine unabsorbed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 intestine cannot reabsorb water from the waste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Science Grade 10 - Nutrition in Animals - Lesson 7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