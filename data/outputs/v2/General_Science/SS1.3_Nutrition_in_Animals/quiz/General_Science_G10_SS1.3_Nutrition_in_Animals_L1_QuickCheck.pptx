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The Ugali and Sukuma Wiki Puzzle — Launching the Anchoring Phenomenon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Predict activity, each learner fills in a Prediction Sheet about a lunch of ugali, sukuma wiki and nyama choma. Which is the best description of what you should write?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prediction only, about the food you like most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honestly think happens to each food after it is swallowed, including what you are not sure about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facts the teacher has already taught, so that nothing is wrong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 of your partner's prediction, so that the class agrees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'Slow Look', learners must write only what they can observe on the NOTICE side of a card, without explaining. Which statement is an observation and not an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ugali is white, smooth and dense.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nyama choma gives us protein.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sukuma wiki is healthy for the body.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ugali contains carbohydrates.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says: 'Your stomach is made of protein. Your stomach also produces acid and protein-digesting enzymes.' What puzzle does this raise?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small intestine absorb nutrients into the blood?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stomach not digest itself?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ugali digest faster than nyama choma?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the body know which digestive chemical to release, and when?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gallery sort, the teacher reads out a prediction and counts the hand signals: 18 thumbs-up (we know this is true), 7 open hands (we think so) and 3 thumbs-down (no idea). Where does the teacher place that prediction?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SO, because some learners were unsure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taken off the board until the end of the unit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CONFIDENT, because most learners showed thumbs-up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IDEA, because some learners had no idea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gallery sort, the class looks for prior knowledge about each food that they are confident is true. Which matching of food and main component do learners describe as a visible part of the Kenyan meal?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protein, sukuma wiki is mainly starch, and nyama choma is mainly fibre.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starch, sukuma wiki is mainly fibre, and nyama choma is mainly protein.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fibre, sukuma wiki is mainly protein, and nyama choma is mainly starch.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foods contain only starch.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Driving Question Board, a learner has a sticky note that says: 'Why does my stomach not digest itself?' Which colour of note does it belong 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note. The teacher answers it straight away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Yellow: something I noticed about the meal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Blue: something I wonder or a question I have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something I think I already know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label their first Food Journey Map 'DRAFT 1 — Before Investigation' and are told not to erase anything. Why?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1 has to be correct so that it can be used as the final answer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records their honest current thinking, so they can compare it with later drafts and see how their understanding changes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Mistakes must be hidden so that the final map looks perfect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will mark it and give a score for each correct 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this lesson, the class has recorded 'Why is ugali digested faster than nyama choma?' as a puzzle. What is the status of this question?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was answered by the Driving Question card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an open question that has not been explained yet, and the class will investigate it during the unit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explained it during the gallery sort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voted and agreed on the answer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1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