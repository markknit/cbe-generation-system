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 — GRADE 10  |  PRESSURE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What Is Pressure? Measuring the Invisible Push — Shoes, Scales, and Force Per Unit Area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Pressure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plastic jerrycan had some air removed from inside, sealed, and then left on a bench. It has collapsed inwards. Which statement best describes the forces the outside air exerts on this jerrycan?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air is pushing on it, because the air outside cannot be seen or felt.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 pushes only on the top of the jerrycan, pressing it downwards.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 pushes inwards on every face of the jerrycan: top, bottom and all four sides.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 inside has pushed in on the walls and made the jerrycan collapse.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teacher presses a flat 300 g textbook on her palm, then presses a sharpened pencil tip on her palm with about the same force. The pencil feels much sharper and more painful. What is the main reason?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pencil tip touches a much smaller area, so the same force gives a greater pressure.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pencil tip touches a much smaller area, so it gives a smaller pressure.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pencil is harder than the book, so its force is larger.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pencil pushes with a much bigger force than the book.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has a mass of 50 kg (g = 10 N/kg). She stands on one shoe. The shoe tracing on graph paper has an area of 200 cm². Use half her body weight as the force on one foot. What pressure does her shoe exert on the floor?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12 500 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25 000 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 Pa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shoe investigation, a pair counts the squares in a shoe tracing and finds an area of 250 cm². To calculate pressure in pascals, they must convert this to m². What is the area in m²?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0.25 m²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0.025 m²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0.0025 m²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 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gives the definition of pressure and its SI unit?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force ÷ area, measured in newtons (N)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area ÷ force, measured in m²/N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force ÷ area, measured in pascals (Pa), where 1 Pa = 1 N/m²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force × area, measured in N·m²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bag of mass 90 kg (g = 10 N/kg) is placed on a wooden pallet with 4 legs. Each leg has a base area of 25 cm². The weight is shared equally by the legs. What pressure does each leg exert on the warehouse floor in Eldoret?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360 000 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Pa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90 000 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Maasai elder leans on a rungu with a handle tip area of 2 cm², using a force of 150 N. What pressure does the rungu tip exert on the ground?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750 000 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7 500 Pa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30 000 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rungu tip (area 2 cm²) and a flat crutch base (area 50 cm²) each carry the same force of 150 N. Which is safer on a soft floor, and why?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crutch, because a larger area gives a smaller pressure on the floor.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rungu, because it spreads the force over more area.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rungu, because a small area gives a smaller pressure.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equally safe, because the force is the same.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must write a 'What I now THINK' card explaining why a sealed jerrycan with some air removed collapses. Which card is the best scientific explanation using force per unit area?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 did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outside pushes on every unit of area of the jerrycan. With less air inside, the outside pressure is greater than the inside pressure, so the walls are pushed in.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cannot act on plastic, so the plastic became weak by itself.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 outside got heavier and squashed the jerrycan.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jerrycan does not collapse, but the same jerrycan collapses when some air is removed. Which sentence correctly completes the model: 'The full jerrycan stayed intact because ___.'?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pressure pushes only from above, and the plastic is strong enough to resist 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 pressure inside pushing outwards balanced the air pressure outside pushing inwards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no air pressure acting on a full jerrycan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 outside is lighter than the air inside a full jerrycan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Physics Grade 10 - Pressure - Lesson 2 Quick Check</dc:title>
  <dc:subject>PptxGenJS Presentation</dc:subject>
  <dc:creator>PptxGenJS</dc:creator>
  <cp:lastModifiedBy>PptxGenJS</cp:lastModifiedBy>
  <cp:revision>1</cp:revision>
  <dcterms:created xsi:type="dcterms:W3CDTF">2026-09-30T03:08:01Z</dcterms:created>
  <dcterms:modified xsi:type="dcterms:W3CDTF">2026-09-30T03:08:01Z</dcterms:modified>
</cp:coreProperties>
</file>