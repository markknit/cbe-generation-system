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PHYSICS — GRADE 10  |  PRESSURE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What Is Pressure? Measuring the Invisible Push — Shoes, Scales, and Force Per Unit Area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1.1: Pressure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sealed empty plastic jerrycan has had some air removed from inside and it is crumpling inwards. Which statement best describes how the air OUTSIDE is acting on it?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pushes only on the sides, because the top and bottom are flat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pushes only downwards on the top of the jerrycan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pushes inwards on every face: top, bottom and all four sides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push at all; the plastic simply becomes weak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teacher presses a flat textbook onto her palm, then presses a sharp pencil tip onto her palm with about the same force. The pencil feels much more painful. What is the best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book has a smaller area, so it spreads the force less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force is about the same, but the pencil tip has a much smaller contact area, so the pressure is greater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pencil is heavier than the book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pencil tip pushes with a much bigger force than the book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has a mass of 50 kg (g = 10 N/kg). She stands on one shoe whose sole has a contact area of 200 cm². Taking her weight as shared equally between both feet, what pressure does one shoe exert on the floor? (1 m² = 10,000 cm²)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1.25 Pa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25,000 Pa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12,500 Pa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125,000 Pa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choice correctly gives the definition of pressure and its SI unit?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= area ÷ force; unit is the Newton (N)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= mass ÷ area; unit is the kilogram (kg)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= force × area; unit is the square metre (m²)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= force ÷ area; unit is the Pascal (Pa), which is N/m²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maize bag of mass 90 kg (g = 10 N/kg) is placed on a wooden pallet in a warehouse in Eldoret. The pallet has 4 legs, each with a base area of 25 cm². The weight is shared equally by the legs. What pressure does each leg exert on the floor? (1 m² = 10,000 cm²)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90,000 Pa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9,000 Pa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900,000 Pa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360,000 Pa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Maasai elder leans on a rungu whose handle tip has an area of 2 cm², with a force of 150 N. A nurse at Kenyatta National Hospital leans on a flat crutch base of area 50 cm² with the same 150 N force. How do the pressures on the floor compare?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rungu exerts 48 times more pressure than the crutch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pressures are equal, because both forces are 150 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rungu exerts 25 times more pressure than the crutch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crutch exerts 25 times more pressure than the rungu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best describes atmospheric pressure?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force that acts only downwards on the top of objects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weight of the column of air above a surface, and it acts on every exposed face of an object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force of moving wind, and it acts only in the direction the wind blows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pressure of the air trapped inside a container only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empty sealed jerrycan with normal air inside and outside stays intact. After some air is pumped out of it, it collapses. Which explanation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Before, there was no air pushing on the jerrycan at all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Before, the air pressure inside pushing outwards balanced the air pressure outside pushing inwards; after, the pressure inside was much less, so the outside pressure crushed it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air outside became heavier after the air inside was removed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plastic was already weak and only needed a small push from the pump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Physics Grade 10 - Pressure - Lesson 2 Quick Check</dc:title>
  <dc:subject>PptxGenJS Presentation</dc:subject>
  <dc:creator>PptxGenJS</dc:creator>
  <cp:lastModifiedBy>PptxGenJS</cp:lastModifiedBy>
  <cp:revision>1</cp:revision>
  <dcterms:created xsi:type="dcterms:W3CDTF">2026-09-30T21:36:11Z</dcterms:created>
  <dcterms:modified xsi:type="dcterms:W3CDTF">2026-09-30T21:36:11Z</dcterms:modified>
</cp:coreProperties>
</file>