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PHYSICS — GRADE 10  |  PROPERTIES OF WAVES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Anchoring Phenomenon Launch — "The Matatu Horn and the Fading Radio"</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2.1: Properties of Waves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the class demonstration, a buzzer playing a steady tone is swung on a string towards the class and then away from the class. Which statement is an OBSERVATION (something you noticed) and not an explanation?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pitch changed because the person swinging the string pressed the buzzer differently.</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pitch changed because the buzzer's battery was getting weaker.</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pitch sounded higher as the buzzer came towards us and lower as it moved away.</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pitch changed because the string made the buzzer vibrate faster.</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student travelling by bus from Nakuru to Nairobi enters the long Kabete underpass while the radio is tuned to Classic 105 (FM, 105.2 MHz). What did the student notice about the radio signals in the underpass?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AM signal cut out, but the FM signal stayed audible.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the FM and AM signals cut out completely.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FM signal cut out almost completely, but the AM signal stayed audible.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FM signal became louder and the AM signal stayed the same.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At Station A, students use the PhET 'Sound' simulation. They move a listener while the source stays still, then move the source while the listener stays still. Which two things do they record in their observation table for each set-up?</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wavelength of the FM signal and the width of the tunnel.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name of the wave and the colour of the wave in the simulation.</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temperature of the room and the loudness of the speaker.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frequency setting and whether the pitch is heard as higher, lower or the same.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 Diagram Analysis Card shows a cross-section of the Kabete tunnel, drawn to scale. The tunnel is about 8 m wide. The FM wavelength (105.2 MHz) is about 2.9 m and the AM wavelength is about 300 m. Which statement correctly compares these measurements? (Only compare the numbers; do not explain anything yet.)</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FM wavelength is smaller than the tunnel width, but the AM wavelength is much larger than the tunnel width.</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FM wavelength is about 300 m and the AM wavelength is about 2.9 m.</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wavelengths are larger than the tunnel width.</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wavelengths are smaller than the tunnel width.</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the stations and the group task, a student asks: 'So do we now fully know why FM cuts out in the tunnel but AM does not?' What is the best answer at this point in Lesson 1?</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Not yet. We have gathered observations and first ideas, and we will test them in the coming lessons.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Yes. The PhET simulation has already explained it completely.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No. Physics cannot explain radio signals in tunnels.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Yes. It is because Classic 105 has a weaker transmitter than the AM station.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Students write questions on sticky notes for the Driving Question Board about the matatu horn and the Kabete tunnel. Which note is the best mechanistic question, one that starts with HOW or WHY and asks about a physical process?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Why does the pitch of a horn change only when the matatu is moving?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What colour was the matatu?</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Which radio station is the best to listen to on the bus?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Who owns the Classic 105 radio station?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Your teacher asks you to draw an 'Initial Wave Model' showing a wave travelling from a matatu horn to your ear and then entering a narrow tunnel. What is the main purpose of this model?</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your current thinking so that you can revise it as you gather evidence in later lessons.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get marks for drawing the correct wave shape.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give the final scientific explanation of the horn and the radio.</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how well you can draw a matatu.</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 Grade 10 - Properties of Waves - Lesson 1 Quick Check</dc:title>
  <dc:subject>PptxGenJS Presentation</dc:subject>
  <dc:creator>PptxGenJS</dc:creator>
  <cp:lastModifiedBy>PptxGenJS</cp:lastModifiedBy>
  <cp:revision>1</cp:revision>
  <dcterms:created xsi:type="dcterms:W3CDTF">2026-09-30T07:55:20Z</dcterms:created>
  <dcterms:modified xsi:type="dcterms:W3CDTF">2026-09-30T07:55:20Z</dcterms:modified>
</cp:coreProperties>
</file>