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 — GRADE 10  |  PROPERTIES OF WAVES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Anchoring Phenomenon: Echoes at Hell's Gate, Ngong, Kisumu and Nairobi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Properties of Waves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 teaching, Wanjiru writes down what she thinks an echo is. Which of these is the best everyday description of an echo?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sound that stays near your mouth and gets louder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brand new sound that the wall makes by itself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sound coming back to you after it meets a surface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sound that only the wind can make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Echo Table shows a clear echo after 0.50 s at the Hell's Gate cliff (85 m away) and a clear echo after 1.00 s at the Ngong Hills valley wall (170 m away). Which statement is supported by these observations?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delay was the same at both places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echo at Ngong Hills came back after a longer delay than at Hell's Gate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echo at Ngong Hills came back after a shorter delay than at Hell's Gate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echo was heard at Ngong Hills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Kisumu school hall, the far wall is 12 m away and the delay is 0.07 s. What did the learners record about the sound they heard there?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faint, clear echo after 0.50 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echo at all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echo after 1.00 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loud, muddy and drawn-out sound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recorded what they heard at four sites: Hell's Gate cliff, Ngong Hills valley wall, Kisumu school hall and Nairobi school open grounds. Which two sites gave a clear echo?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Kisumu school hall and Nairobi school open grounds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Ngong Hills valley wall and Kisumu school hall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Hell's Gate cliff and Nairobi school open grounds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Hell's Gate cliff and Ngong Hills valley wall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Echo Table, the Nairobi school open grounds had no hard wall nearer than 300 m and no echo was heard. At this point in the unit, which is the most honest answer to 'Why was no echo heard there?'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disappears when there are no walls close by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grass swallows all the sound, so nothing can return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 always carries the sound away on open ground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only recorded what was heard; the reason is still a question we will investigate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is building a Driving Question Board about echoes. Which learner question is best for the board because it asks about a cause?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wrote the story about the four learners?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there a delay before the echo at Hell's Gate is heard?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which county is Hell's Gate National Park?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learners went on the trip to Hell's Gate?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Amina is drawing her Initial Echo Model of a shout at a cliff. Which set of items should her drawing include?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cliff, because the cliff is the only thing that matters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person shouting, the cliff, and arrows with labels showing what she thinks travels to the cliff and comes back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person shouting, because the sound stays with the speaker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final answer with a formula, so that nobody can say the model is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Physics Grade 10 - Properties of Waves - Lesson 1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